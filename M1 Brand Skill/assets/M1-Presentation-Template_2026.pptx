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96" r:id="rId5"/>
    <p:sldMasterId id="2147483698" r:id="rId6"/>
  </p:sldMasterIdLst>
  <p:notesMasterIdLst>
    <p:notesMasterId r:id="rId25"/>
  </p:notesMasterIdLst>
  <p:sldIdLst>
    <p:sldId id="325" r:id="rId7"/>
    <p:sldId id="344" r:id="rId8"/>
    <p:sldId id="341" r:id="rId9"/>
    <p:sldId id="327" r:id="rId10"/>
    <p:sldId id="330" r:id="rId11"/>
    <p:sldId id="343" r:id="rId12"/>
    <p:sldId id="332" r:id="rId13"/>
    <p:sldId id="345" r:id="rId14"/>
    <p:sldId id="346" r:id="rId15"/>
    <p:sldId id="347" r:id="rId16"/>
    <p:sldId id="348" r:id="rId17"/>
    <p:sldId id="333" r:id="rId18"/>
    <p:sldId id="339" r:id="rId19"/>
    <p:sldId id="276" r:id="rId20"/>
    <p:sldId id="334" r:id="rId21"/>
    <p:sldId id="335" r:id="rId22"/>
    <p:sldId id="338" r:id="rId23"/>
    <p:sldId id="331" r:id="rId24"/>
  </p:sldIdLst>
  <p:sldSz cx="12192000" cy="6858000"/>
  <p:notesSz cx="6858000" cy="9144000"/>
  <p:defaultTextStyle>
    <a:defPPr>
      <a:defRPr lang="en-US"/>
    </a:defPPr>
    <a:lvl1pPr marL="0" algn="l" defTabSz="9142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32" algn="l" defTabSz="9142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63" algn="l" defTabSz="9142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94" algn="l" defTabSz="9142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26" algn="l" defTabSz="9142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57" algn="l" defTabSz="9142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88" algn="l" defTabSz="9142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920" algn="l" defTabSz="9142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051" algn="l" defTabSz="9142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1ECA048-8D27-3346-BEB3-FB3A18C184E6}">
          <p14:sldIdLst>
            <p14:sldId id="325"/>
            <p14:sldId id="344"/>
          </p14:sldIdLst>
        </p14:section>
        <p14:section name="Section 01" id="{AE97772B-0ECA-5B41-A87F-96DC25BDE2B9}">
          <p14:sldIdLst>
            <p14:sldId id="341"/>
            <p14:sldId id="327"/>
            <p14:sldId id="330"/>
            <p14:sldId id="343"/>
            <p14:sldId id="332"/>
            <p14:sldId id="345"/>
            <p14:sldId id="346"/>
            <p14:sldId id="347"/>
            <p14:sldId id="348"/>
            <p14:sldId id="333"/>
            <p14:sldId id="339"/>
            <p14:sldId id="276"/>
            <p14:sldId id="334"/>
            <p14:sldId id="335"/>
            <p14:sldId id="338"/>
            <p14:sldId id="33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1E59139-B5F0-0B0F-30B8-676080A09D31}" name="Haley Hammond" initials="HH" userId="S::h.hammond@m1finance.com::8e6721e2-7f07-4558-9cda-ebdc9ccdd43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7DA7"/>
    <a:srgbClr val="E1F5FF"/>
    <a:srgbClr val="A6C9DA"/>
    <a:srgbClr val="B7C5E1"/>
    <a:srgbClr val="152B56"/>
    <a:srgbClr val="606C82"/>
    <a:srgbClr val="335A94"/>
    <a:srgbClr val="64B1D8"/>
    <a:srgbClr val="279986"/>
    <a:srgbClr val="6FA7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693557-47A3-D245-9281-C9381B8F2D4A}" v="20" dt="2026-04-15T19:40:46.265"/>
    <p1510:client id="{C8380EEA-D7F4-AE4E-83D4-021B2D9586BD}" v="5" dt="2026-04-16T16:10:22.3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651"/>
    <p:restoredTop sz="94645"/>
  </p:normalViewPr>
  <p:slideViewPr>
    <p:cSldViewPr snapToGrid="0">
      <p:cViewPr varScale="1">
        <p:scale>
          <a:sx n="288" d="100"/>
          <a:sy n="288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Miazga" userId="e3de03b7-5856-4d69-ae5f-0fb618fd544e" providerId="ADAL" clId="{3B272350-3CB0-5F13-B8A1-7CF4FB9D0F0A}"/>
    <pc:docChg chg="undo redo custSel modSld modMainMaster">
      <pc:chgData name="David Miazga" userId="e3de03b7-5856-4d69-ae5f-0fb618fd544e" providerId="ADAL" clId="{3B272350-3CB0-5F13-B8A1-7CF4FB9D0F0A}" dt="2026-04-16T16:12:29.325" v="279" actId="255"/>
      <pc:docMkLst>
        <pc:docMk/>
      </pc:docMkLst>
      <pc:sldChg chg="delSp mod">
        <pc:chgData name="David Miazga" userId="e3de03b7-5856-4d69-ae5f-0fb618fd544e" providerId="ADAL" clId="{3B272350-3CB0-5F13-B8A1-7CF4FB9D0F0A}" dt="2026-04-15T19:47:20.935" v="233" actId="478"/>
        <pc:sldMkLst>
          <pc:docMk/>
          <pc:sldMk cId="0" sldId="276"/>
        </pc:sldMkLst>
        <pc:spChg chg="del">
          <ac:chgData name="David Miazga" userId="e3de03b7-5856-4d69-ae5f-0fb618fd544e" providerId="ADAL" clId="{3B272350-3CB0-5F13-B8A1-7CF4FB9D0F0A}" dt="2026-04-15T19:47:20.935" v="233" actId="478"/>
          <ac:spMkLst>
            <pc:docMk/>
            <pc:sldMk cId="0" sldId="276"/>
            <ac:spMk id="6" creationId="{C8BB9FB1-01B6-8224-CBE5-F7A4DB431B02}"/>
          </ac:spMkLst>
        </pc:spChg>
      </pc:sldChg>
      <pc:sldChg chg="addSp delSp modSp mod chgLayout">
        <pc:chgData name="David Miazga" userId="e3de03b7-5856-4d69-ae5f-0fb618fd544e" providerId="ADAL" clId="{3B272350-3CB0-5F13-B8A1-7CF4FB9D0F0A}" dt="2026-04-15T19:42:29.940" v="200" actId="700"/>
        <pc:sldMkLst>
          <pc:docMk/>
          <pc:sldMk cId="2619437193" sldId="325"/>
        </pc:sldMkLst>
        <pc:spChg chg="add del mod">
          <ac:chgData name="David Miazga" userId="e3de03b7-5856-4d69-ae5f-0fb618fd544e" providerId="ADAL" clId="{3B272350-3CB0-5F13-B8A1-7CF4FB9D0F0A}" dt="2026-04-15T19:42:29.940" v="200" actId="700"/>
          <ac:spMkLst>
            <pc:docMk/>
            <pc:sldMk cId="2619437193" sldId="325"/>
            <ac:spMk id="3" creationId="{69BF1645-5F4A-73D7-1D59-CB2ADE791CF6}"/>
          </ac:spMkLst>
        </pc:spChg>
        <pc:spChg chg="mod ord">
          <ac:chgData name="David Miazga" userId="e3de03b7-5856-4d69-ae5f-0fb618fd544e" providerId="ADAL" clId="{3B272350-3CB0-5F13-B8A1-7CF4FB9D0F0A}" dt="2026-04-15T19:42:29.940" v="200" actId="700"/>
          <ac:spMkLst>
            <pc:docMk/>
            <pc:sldMk cId="2619437193" sldId="325"/>
            <ac:spMk id="7" creationId="{EE7625E9-B08C-0444-76D1-E4D7424440B8}"/>
          </ac:spMkLst>
        </pc:spChg>
        <pc:spChg chg="del mod">
          <ac:chgData name="David Miazga" userId="e3de03b7-5856-4d69-ae5f-0fb618fd544e" providerId="ADAL" clId="{3B272350-3CB0-5F13-B8A1-7CF4FB9D0F0A}" dt="2026-04-15T19:26:34.876" v="3" actId="478"/>
          <ac:spMkLst>
            <pc:docMk/>
            <pc:sldMk cId="2619437193" sldId="325"/>
            <ac:spMk id="8" creationId="{F26B6790-63D7-665E-13A4-F1C84323C4EA}"/>
          </ac:spMkLst>
        </pc:spChg>
      </pc:sldChg>
      <pc:sldChg chg="delSp modSp mod">
        <pc:chgData name="David Miazga" userId="e3de03b7-5856-4d69-ae5f-0fb618fd544e" providerId="ADAL" clId="{3B272350-3CB0-5F13-B8A1-7CF4FB9D0F0A}" dt="2026-04-15T19:46:47.436" v="228" actId="20577"/>
        <pc:sldMkLst>
          <pc:docMk/>
          <pc:sldMk cId="2079404569" sldId="327"/>
        </pc:sldMkLst>
        <pc:spChg chg="mod">
          <ac:chgData name="David Miazga" userId="e3de03b7-5856-4d69-ae5f-0fb618fd544e" providerId="ADAL" clId="{3B272350-3CB0-5F13-B8A1-7CF4FB9D0F0A}" dt="2026-04-15T19:46:47.436" v="228" actId="20577"/>
          <ac:spMkLst>
            <pc:docMk/>
            <pc:sldMk cId="2079404569" sldId="327"/>
            <ac:spMk id="24" creationId="{868DB90B-CE07-F310-E49D-B8EBCFD8224C}"/>
          </ac:spMkLst>
        </pc:spChg>
        <pc:spChg chg="del">
          <ac:chgData name="David Miazga" userId="e3de03b7-5856-4d69-ae5f-0fb618fd544e" providerId="ADAL" clId="{3B272350-3CB0-5F13-B8A1-7CF4FB9D0F0A}" dt="2026-04-15T19:46:38.206" v="226" actId="478"/>
          <ac:spMkLst>
            <pc:docMk/>
            <pc:sldMk cId="2079404569" sldId="327"/>
            <ac:spMk id="25" creationId="{E983840D-F568-1DA4-ADC2-59AB2BE7E46A}"/>
          </ac:spMkLst>
        </pc:spChg>
      </pc:sldChg>
      <pc:sldChg chg="delSp mod">
        <pc:chgData name="David Miazga" userId="e3de03b7-5856-4d69-ae5f-0fb618fd544e" providerId="ADAL" clId="{3B272350-3CB0-5F13-B8A1-7CF4FB9D0F0A}" dt="2026-04-15T19:47:03.942" v="230" actId="478"/>
        <pc:sldMkLst>
          <pc:docMk/>
          <pc:sldMk cId="3106856215" sldId="332"/>
        </pc:sldMkLst>
        <pc:spChg chg="del">
          <ac:chgData name="David Miazga" userId="e3de03b7-5856-4d69-ae5f-0fb618fd544e" providerId="ADAL" clId="{3B272350-3CB0-5F13-B8A1-7CF4FB9D0F0A}" dt="2026-04-15T19:47:03.942" v="230" actId="478"/>
          <ac:spMkLst>
            <pc:docMk/>
            <pc:sldMk cId="3106856215" sldId="332"/>
            <ac:spMk id="5" creationId="{3C0707BB-DA80-F25B-A434-CD2ED4FFF5C3}"/>
          </ac:spMkLst>
        </pc:spChg>
      </pc:sldChg>
      <pc:sldChg chg="delSp mod">
        <pc:chgData name="David Miazga" userId="e3de03b7-5856-4d69-ae5f-0fb618fd544e" providerId="ADAL" clId="{3B272350-3CB0-5F13-B8A1-7CF4FB9D0F0A}" dt="2026-04-15T19:47:11.818" v="231" actId="478"/>
        <pc:sldMkLst>
          <pc:docMk/>
          <pc:sldMk cId="1130156862" sldId="333"/>
        </pc:sldMkLst>
        <pc:spChg chg="del">
          <ac:chgData name="David Miazga" userId="e3de03b7-5856-4d69-ae5f-0fb618fd544e" providerId="ADAL" clId="{3B272350-3CB0-5F13-B8A1-7CF4FB9D0F0A}" dt="2026-04-15T19:47:11.818" v="231" actId="478"/>
          <ac:spMkLst>
            <pc:docMk/>
            <pc:sldMk cId="1130156862" sldId="333"/>
            <ac:spMk id="9" creationId="{EF83361C-6F46-C41F-528A-413E1B7682C5}"/>
          </ac:spMkLst>
        </pc:spChg>
      </pc:sldChg>
      <pc:sldChg chg="delSp mod">
        <pc:chgData name="David Miazga" userId="e3de03b7-5856-4d69-ae5f-0fb618fd544e" providerId="ADAL" clId="{3B272350-3CB0-5F13-B8A1-7CF4FB9D0F0A}" dt="2026-04-15T19:47:25.431" v="234" actId="478"/>
        <pc:sldMkLst>
          <pc:docMk/>
          <pc:sldMk cId="2473759787" sldId="334"/>
        </pc:sldMkLst>
        <pc:spChg chg="del">
          <ac:chgData name="David Miazga" userId="e3de03b7-5856-4d69-ae5f-0fb618fd544e" providerId="ADAL" clId="{3B272350-3CB0-5F13-B8A1-7CF4FB9D0F0A}" dt="2026-04-15T19:47:25.431" v="234" actId="478"/>
          <ac:spMkLst>
            <pc:docMk/>
            <pc:sldMk cId="2473759787" sldId="334"/>
            <ac:spMk id="8" creationId="{46A4F2E5-4DA8-C06A-2EA9-2B4064A24C9A}"/>
          </ac:spMkLst>
        </pc:spChg>
      </pc:sldChg>
      <pc:sldChg chg="delSp mod">
        <pc:chgData name="David Miazga" userId="e3de03b7-5856-4d69-ae5f-0fb618fd544e" providerId="ADAL" clId="{3B272350-3CB0-5F13-B8A1-7CF4FB9D0F0A}" dt="2026-04-15T19:47:29.394" v="235" actId="478"/>
        <pc:sldMkLst>
          <pc:docMk/>
          <pc:sldMk cId="4165042715" sldId="335"/>
        </pc:sldMkLst>
        <pc:spChg chg="del">
          <ac:chgData name="David Miazga" userId="e3de03b7-5856-4d69-ae5f-0fb618fd544e" providerId="ADAL" clId="{3B272350-3CB0-5F13-B8A1-7CF4FB9D0F0A}" dt="2026-04-15T19:47:29.394" v="235" actId="478"/>
          <ac:spMkLst>
            <pc:docMk/>
            <pc:sldMk cId="4165042715" sldId="335"/>
            <ac:spMk id="7" creationId="{EFD405A3-5A68-71FD-C89D-3F6327CBA860}"/>
          </ac:spMkLst>
        </pc:spChg>
      </pc:sldChg>
      <pc:sldChg chg="delSp mod">
        <pc:chgData name="David Miazga" userId="e3de03b7-5856-4d69-ae5f-0fb618fd544e" providerId="ADAL" clId="{3B272350-3CB0-5F13-B8A1-7CF4FB9D0F0A}" dt="2026-04-15T19:47:33.492" v="236" actId="478"/>
        <pc:sldMkLst>
          <pc:docMk/>
          <pc:sldMk cId="3266712233" sldId="338"/>
        </pc:sldMkLst>
        <pc:spChg chg="del">
          <ac:chgData name="David Miazga" userId="e3de03b7-5856-4d69-ae5f-0fb618fd544e" providerId="ADAL" clId="{3B272350-3CB0-5F13-B8A1-7CF4FB9D0F0A}" dt="2026-04-15T19:47:33.492" v="236" actId="478"/>
          <ac:spMkLst>
            <pc:docMk/>
            <pc:sldMk cId="3266712233" sldId="338"/>
            <ac:spMk id="9" creationId="{B6AE7CCA-3EC3-7492-EA8E-AB8A865D8DF2}"/>
          </ac:spMkLst>
        </pc:spChg>
      </pc:sldChg>
      <pc:sldChg chg="delSp mod">
        <pc:chgData name="David Miazga" userId="e3de03b7-5856-4d69-ae5f-0fb618fd544e" providerId="ADAL" clId="{3B272350-3CB0-5F13-B8A1-7CF4FB9D0F0A}" dt="2026-04-15T19:47:15.540" v="232" actId="478"/>
        <pc:sldMkLst>
          <pc:docMk/>
          <pc:sldMk cId="3719973353" sldId="339"/>
        </pc:sldMkLst>
        <pc:spChg chg="del">
          <ac:chgData name="David Miazga" userId="e3de03b7-5856-4d69-ae5f-0fb618fd544e" providerId="ADAL" clId="{3B272350-3CB0-5F13-B8A1-7CF4FB9D0F0A}" dt="2026-04-15T19:47:15.540" v="232" actId="478"/>
          <ac:spMkLst>
            <pc:docMk/>
            <pc:sldMk cId="3719973353" sldId="339"/>
            <ac:spMk id="11" creationId="{298BC9F4-4256-235A-4384-48E1ACACC970}"/>
          </ac:spMkLst>
        </pc:spChg>
      </pc:sldChg>
      <pc:sldChg chg="addSp delSp modSp mod">
        <pc:chgData name="David Miazga" userId="e3de03b7-5856-4d69-ae5f-0fb618fd544e" providerId="ADAL" clId="{3B272350-3CB0-5F13-B8A1-7CF4FB9D0F0A}" dt="2026-04-15T19:43:34.728" v="207" actId="478"/>
        <pc:sldMkLst>
          <pc:docMk/>
          <pc:sldMk cId="3375875189" sldId="341"/>
        </pc:sldMkLst>
        <pc:spChg chg="del mod">
          <ac:chgData name="David Miazga" userId="e3de03b7-5856-4d69-ae5f-0fb618fd544e" providerId="ADAL" clId="{3B272350-3CB0-5F13-B8A1-7CF4FB9D0F0A}" dt="2026-04-15T19:43:23.277" v="205" actId="478"/>
          <ac:spMkLst>
            <pc:docMk/>
            <pc:sldMk cId="3375875189" sldId="341"/>
            <ac:spMk id="2" creationId="{C24F33A3-D61E-C7F8-53A1-8B67E47A4FE3}"/>
          </ac:spMkLst>
        </pc:spChg>
        <pc:spChg chg="add del mod">
          <ac:chgData name="David Miazga" userId="e3de03b7-5856-4d69-ae5f-0fb618fd544e" providerId="ADAL" clId="{3B272350-3CB0-5F13-B8A1-7CF4FB9D0F0A}" dt="2026-04-15T19:43:34.728" v="207" actId="478"/>
          <ac:spMkLst>
            <pc:docMk/>
            <pc:sldMk cId="3375875189" sldId="341"/>
            <ac:spMk id="5" creationId="{00D6472D-C878-4770-C8E1-CE9BDBA3C4FC}"/>
          </ac:spMkLst>
        </pc:spChg>
      </pc:sldChg>
      <pc:sldChg chg="delSp mod">
        <pc:chgData name="David Miazga" userId="e3de03b7-5856-4d69-ae5f-0fb618fd544e" providerId="ADAL" clId="{3B272350-3CB0-5F13-B8A1-7CF4FB9D0F0A}" dt="2026-04-15T19:47:39.217" v="237" actId="478"/>
        <pc:sldMkLst>
          <pc:docMk/>
          <pc:sldMk cId="1967172280" sldId="342"/>
        </pc:sldMkLst>
        <pc:spChg chg="del">
          <ac:chgData name="David Miazga" userId="e3de03b7-5856-4d69-ae5f-0fb618fd544e" providerId="ADAL" clId="{3B272350-3CB0-5F13-B8A1-7CF4FB9D0F0A}" dt="2026-04-15T19:47:39.217" v="237" actId="478"/>
          <ac:spMkLst>
            <pc:docMk/>
            <pc:sldMk cId="1967172280" sldId="342"/>
            <ac:spMk id="5" creationId="{3C0707BB-DA80-F25B-A434-CD2ED4FFF5C3}"/>
          </ac:spMkLst>
        </pc:spChg>
      </pc:sldChg>
      <pc:sldChg chg="addSp delSp modSp mod modClrScheme chgLayout">
        <pc:chgData name="David Miazga" userId="e3de03b7-5856-4d69-ae5f-0fb618fd544e" providerId="ADAL" clId="{3B272350-3CB0-5F13-B8A1-7CF4FB9D0F0A}" dt="2026-04-16T15:06:44.948" v="247" actId="478"/>
        <pc:sldMkLst>
          <pc:docMk/>
          <pc:sldMk cId="1390653426" sldId="343"/>
        </pc:sldMkLst>
        <pc:spChg chg="del mod ord">
          <ac:chgData name="David Miazga" userId="e3de03b7-5856-4d69-ae5f-0fb618fd544e" providerId="ADAL" clId="{3B272350-3CB0-5F13-B8A1-7CF4FB9D0F0A}" dt="2026-04-16T15:06:44.948" v="247" actId="478"/>
          <ac:spMkLst>
            <pc:docMk/>
            <pc:sldMk cId="1390653426" sldId="343"/>
            <ac:spMk id="2" creationId="{C6F7DAC2-18FE-C415-B9B4-701E80C50405}"/>
          </ac:spMkLst>
        </pc:spChg>
        <pc:spChg chg="add mod ord">
          <ac:chgData name="David Miazga" userId="e3de03b7-5856-4d69-ae5f-0fb618fd544e" providerId="ADAL" clId="{3B272350-3CB0-5F13-B8A1-7CF4FB9D0F0A}" dt="2026-04-15T19:46:56.475" v="229" actId="700"/>
          <ac:spMkLst>
            <pc:docMk/>
            <pc:sldMk cId="1390653426" sldId="343"/>
            <ac:spMk id="3" creationId="{913CCBCD-7B6F-F945-D1A2-EA23A2C2587E}"/>
          </ac:spMkLst>
        </pc:spChg>
        <pc:spChg chg="del mod ord">
          <ac:chgData name="David Miazga" userId="e3de03b7-5856-4d69-ae5f-0fb618fd544e" providerId="ADAL" clId="{3B272350-3CB0-5F13-B8A1-7CF4FB9D0F0A}" dt="2026-04-15T19:46:56.475" v="229" actId="700"/>
          <ac:spMkLst>
            <pc:docMk/>
            <pc:sldMk cId="1390653426" sldId="343"/>
            <ac:spMk id="4" creationId="{5EB2C351-FB48-CAD6-F93F-37F07C546152}"/>
          </ac:spMkLst>
        </pc:spChg>
        <pc:spChg chg="add mod ord">
          <ac:chgData name="David Miazga" userId="e3de03b7-5856-4d69-ae5f-0fb618fd544e" providerId="ADAL" clId="{3B272350-3CB0-5F13-B8A1-7CF4FB9D0F0A}" dt="2026-04-15T19:46:56.475" v="229" actId="700"/>
          <ac:spMkLst>
            <pc:docMk/>
            <pc:sldMk cId="1390653426" sldId="343"/>
            <ac:spMk id="5" creationId="{ECA5A3FF-0D49-B2AD-56CC-7C6209CC4DE5}"/>
          </ac:spMkLst>
        </pc:spChg>
        <pc:spChg chg="del mod ord">
          <ac:chgData name="David Miazga" userId="e3de03b7-5856-4d69-ae5f-0fb618fd544e" providerId="ADAL" clId="{3B272350-3CB0-5F13-B8A1-7CF4FB9D0F0A}" dt="2026-04-15T19:46:56.475" v="229" actId="700"/>
          <ac:spMkLst>
            <pc:docMk/>
            <pc:sldMk cId="1390653426" sldId="343"/>
            <ac:spMk id="7" creationId="{3505D2E7-1467-72F3-EBF1-E7E095975BD3}"/>
          </ac:spMkLst>
        </pc:spChg>
      </pc:sldChg>
      <pc:sldChg chg="addSp delSp modSp mod">
        <pc:chgData name="David Miazga" userId="e3de03b7-5856-4d69-ae5f-0fb618fd544e" providerId="ADAL" clId="{3B272350-3CB0-5F13-B8A1-7CF4FB9D0F0A}" dt="2026-04-16T16:11:23.818" v="274" actId="1076"/>
        <pc:sldMkLst>
          <pc:docMk/>
          <pc:sldMk cId="926555141" sldId="344"/>
        </pc:sldMkLst>
        <pc:spChg chg="mod">
          <ac:chgData name="David Miazga" userId="e3de03b7-5856-4d69-ae5f-0fb618fd544e" providerId="ADAL" clId="{3B272350-3CB0-5F13-B8A1-7CF4FB9D0F0A}" dt="2026-04-16T15:42:11.096" v="248" actId="255"/>
          <ac:spMkLst>
            <pc:docMk/>
            <pc:sldMk cId="926555141" sldId="344"/>
            <ac:spMk id="3" creationId="{D3191FF3-D2A3-4B75-44B1-08CF97D72133}"/>
          </ac:spMkLst>
        </pc:spChg>
        <pc:spChg chg="del">
          <ac:chgData name="David Miazga" userId="e3de03b7-5856-4d69-ae5f-0fb618fd544e" providerId="ADAL" clId="{3B272350-3CB0-5F13-B8A1-7CF4FB9D0F0A}" dt="2026-04-16T16:07:03.736" v="249" actId="931"/>
          <ac:spMkLst>
            <pc:docMk/>
            <pc:sldMk cId="926555141" sldId="344"/>
            <ac:spMk id="4" creationId="{F8A7A37E-868F-9472-8954-144EDC8252A3}"/>
          </ac:spMkLst>
        </pc:spChg>
        <pc:spChg chg="del">
          <ac:chgData name="David Miazga" userId="e3de03b7-5856-4d69-ae5f-0fb618fd544e" providerId="ADAL" clId="{3B272350-3CB0-5F13-B8A1-7CF4FB9D0F0A}" dt="2026-04-15T19:43:08.686" v="203" actId="478"/>
          <ac:spMkLst>
            <pc:docMk/>
            <pc:sldMk cId="926555141" sldId="344"/>
            <ac:spMk id="6" creationId="{348B8B73-B87E-764C-11ED-F27B445869B2}"/>
          </ac:spMkLst>
        </pc:spChg>
        <pc:spChg chg="add mod">
          <ac:chgData name="David Miazga" userId="e3de03b7-5856-4d69-ae5f-0fb618fd544e" providerId="ADAL" clId="{3B272350-3CB0-5F13-B8A1-7CF4FB9D0F0A}" dt="2026-04-16T16:11:23.818" v="274" actId="1076"/>
          <ac:spMkLst>
            <pc:docMk/>
            <pc:sldMk cId="926555141" sldId="344"/>
            <ac:spMk id="8" creationId="{F0CED3B6-B638-BFF8-CBA9-8562FBD1E40A}"/>
          </ac:spMkLst>
        </pc:spChg>
        <pc:picChg chg="add mod ord modCrop">
          <ac:chgData name="David Miazga" userId="e3de03b7-5856-4d69-ae5f-0fb618fd544e" providerId="ADAL" clId="{3B272350-3CB0-5F13-B8A1-7CF4FB9D0F0A}" dt="2026-04-16T16:11:17.648" v="273" actId="12788"/>
          <ac:picMkLst>
            <pc:docMk/>
            <pc:sldMk cId="926555141" sldId="344"/>
            <ac:picMk id="7" creationId="{CE4C8329-C450-EE93-DA39-D860C8D4C19C}"/>
          </ac:picMkLst>
        </pc:picChg>
        <pc:picChg chg="add mod">
          <ac:chgData name="David Miazga" userId="e3de03b7-5856-4d69-ae5f-0fb618fd544e" providerId="ADAL" clId="{3B272350-3CB0-5F13-B8A1-7CF4FB9D0F0A}" dt="2026-04-16T16:11:17.648" v="273" actId="12788"/>
          <ac:picMkLst>
            <pc:docMk/>
            <pc:sldMk cId="926555141" sldId="344"/>
            <ac:picMk id="10" creationId="{2058DE37-98D4-4D32-9557-C81B0B13E875}"/>
          </ac:picMkLst>
        </pc:picChg>
      </pc:sldChg>
      <pc:sldMasterChg chg="addSp delSp modSp mod addSldLayout modSldLayout sldLayoutOrd">
        <pc:chgData name="David Miazga" userId="e3de03b7-5856-4d69-ae5f-0fb618fd544e" providerId="ADAL" clId="{3B272350-3CB0-5F13-B8A1-7CF4FB9D0F0A}" dt="2026-04-16T16:12:12.652" v="277" actId="20578"/>
        <pc:sldMasterMkLst>
          <pc:docMk/>
          <pc:sldMasterMk cId="2245936437" sldId="2147483660"/>
        </pc:sldMasterMkLst>
        <pc:picChg chg="add del mod">
          <ac:chgData name="David Miazga" userId="e3de03b7-5856-4d69-ae5f-0fb618fd544e" providerId="ADAL" clId="{3B272350-3CB0-5F13-B8A1-7CF4FB9D0F0A}" dt="2026-04-15T19:35:42.974" v="84" actId="21"/>
          <ac:picMkLst>
            <pc:docMk/>
            <pc:sldMasterMk cId="2245936437" sldId="2147483660"/>
            <ac:picMk id="2" creationId="{69E8FECE-9049-08FA-8B31-C27B41D12DEA}"/>
          </ac:picMkLst>
        </pc:picChg>
        <pc:sldLayoutChg chg="addSp delSp modSp mod">
          <pc:chgData name="David Miazga" userId="e3de03b7-5856-4d69-ae5f-0fb618fd544e" providerId="ADAL" clId="{3B272350-3CB0-5F13-B8A1-7CF4FB9D0F0A}" dt="2026-04-16T15:06:07.503" v="246" actId="14100"/>
          <pc:sldLayoutMkLst>
            <pc:docMk/>
            <pc:sldMasterMk cId="2245936437" sldId="2147483660"/>
            <pc:sldLayoutMk cId="141057910" sldId="2147483661"/>
          </pc:sldLayoutMkLst>
          <pc:spChg chg="mod">
            <ac:chgData name="David Miazga" userId="e3de03b7-5856-4d69-ae5f-0fb618fd544e" providerId="ADAL" clId="{3B272350-3CB0-5F13-B8A1-7CF4FB9D0F0A}" dt="2026-04-16T15:06:07.503" v="246" actId="14100"/>
            <ac:spMkLst>
              <pc:docMk/>
              <pc:sldMasterMk cId="2245936437" sldId="2147483660"/>
              <pc:sldLayoutMk cId="141057910" sldId="2147483661"/>
              <ac:spMk id="2" creationId="{01F6E825-5B31-DF43-B516-7EAB50572F0D}"/>
            </ac:spMkLst>
          </pc:spChg>
          <pc:spChg chg="del">
            <ac:chgData name="David Miazga" userId="e3de03b7-5856-4d69-ae5f-0fb618fd544e" providerId="ADAL" clId="{3B272350-3CB0-5F13-B8A1-7CF4FB9D0F0A}" dt="2026-04-15T19:27:01.300" v="4" actId="478"/>
            <ac:spMkLst>
              <pc:docMk/>
              <pc:sldMasterMk cId="2245936437" sldId="2147483660"/>
              <pc:sldLayoutMk cId="141057910" sldId="2147483661"/>
              <ac:spMk id="9" creationId="{F2064F72-246C-5B1F-0283-793C4DF819BF}"/>
            </ac:spMkLst>
          </pc:spChg>
          <pc:picChg chg="del mod">
            <ac:chgData name="David Miazga" userId="e3de03b7-5856-4d69-ae5f-0fb618fd544e" providerId="ADAL" clId="{3B272350-3CB0-5F13-B8A1-7CF4FB9D0F0A}" dt="2026-04-15T19:27:04.169" v="6" actId="478"/>
            <ac:picMkLst>
              <pc:docMk/>
              <pc:sldMasterMk cId="2245936437" sldId="2147483660"/>
              <pc:sldLayoutMk cId="141057910" sldId="2147483661"/>
              <ac:picMk id="4" creationId="{B9EBAFCF-AEF9-6979-76E7-373BEAD83BFF}"/>
            </ac:picMkLst>
          </pc:picChg>
          <pc:picChg chg="add mod">
            <ac:chgData name="David Miazga" userId="e3de03b7-5856-4d69-ae5f-0fb618fd544e" providerId="ADAL" clId="{3B272350-3CB0-5F13-B8A1-7CF4FB9D0F0A}" dt="2026-04-16T15:05:46.294" v="245" actId="29295"/>
            <ac:picMkLst>
              <pc:docMk/>
              <pc:sldMasterMk cId="2245936437" sldId="2147483660"/>
              <pc:sldLayoutMk cId="141057910" sldId="2147483661"/>
              <ac:picMk id="4" creationId="{F61CCC52-E491-088D-AA39-42F785EB4526}"/>
            </ac:picMkLst>
          </pc:picChg>
          <pc:picChg chg="add del mod ord">
            <ac:chgData name="David Miazga" userId="e3de03b7-5856-4d69-ae5f-0fb618fd544e" providerId="ADAL" clId="{3B272350-3CB0-5F13-B8A1-7CF4FB9D0F0A}" dt="2026-04-15T19:33:36.963" v="77" actId="21"/>
            <ac:picMkLst>
              <pc:docMk/>
              <pc:sldMasterMk cId="2245936437" sldId="2147483660"/>
              <pc:sldLayoutMk cId="141057910" sldId="2147483661"/>
              <ac:picMk id="5" creationId="{01D80773-11BC-28CB-9183-FA556341648A}"/>
            </ac:picMkLst>
          </pc:picChg>
          <pc:picChg chg="add del mod ord">
            <ac:chgData name="David Miazga" userId="e3de03b7-5856-4d69-ae5f-0fb618fd544e" providerId="ADAL" clId="{3B272350-3CB0-5F13-B8A1-7CF4FB9D0F0A}" dt="2026-04-16T15:00:34.388" v="241" actId="478"/>
            <ac:picMkLst>
              <pc:docMk/>
              <pc:sldMasterMk cId="2245936437" sldId="2147483660"/>
              <pc:sldLayoutMk cId="141057910" sldId="2147483661"/>
              <ac:picMk id="7" creationId="{47664274-985E-A406-B599-0A0825A8FC63}"/>
            </ac:picMkLst>
          </pc:picChg>
          <pc:picChg chg="add mod">
            <ac:chgData name="David Miazga" userId="e3de03b7-5856-4d69-ae5f-0fb618fd544e" providerId="ADAL" clId="{3B272350-3CB0-5F13-B8A1-7CF4FB9D0F0A}" dt="2026-04-15T19:35:30.384" v="81" actId="167"/>
            <ac:picMkLst>
              <pc:docMk/>
              <pc:sldMasterMk cId="2245936437" sldId="2147483660"/>
              <pc:sldLayoutMk cId="141057910" sldId="2147483661"/>
              <ac:picMk id="8" creationId="{E04CB877-2A63-72B7-CAD1-054E8A084DFC}"/>
            </ac:picMkLst>
          </pc:picChg>
        </pc:sldLayoutChg>
        <pc:sldLayoutChg chg="addSp delSp modSp mod">
          <pc:chgData name="David Miazga" userId="e3de03b7-5856-4d69-ae5f-0fb618fd544e" providerId="ADAL" clId="{3B272350-3CB0-5F13-B8A1-7CF4FB9D0F0A}" dt="2026-04-16T16:12:06.536" v="276" actId="14100"/>
          <pc:sldLayoutMkLst>
            <pc:docMk/>
            <pc:sldMasterMk cId="2245936437" sldId="2147483660"/>
            <pc:sldLayoutMk cId="3019964575" sldId="2147483668"/>
          </pc:sldLayoutMkLst>
          <pc:spChg chg="del mod">
            <ac:chgData name="David Miazga" userId="e3de03b7-5856-4d69-ae5f-0fb618fd544e" providerId="ADAL" clId="{3B272350-3CB0-5F13-B8A1-7CF4FB9D0F0A}" dt="2026-04-15T19:43:28.096" v="206" actId="478"/>
            <ac:spMkLst>
              <pc:docMk/>
              <pc:sldMasterMk cId="2245936437" sldId="2147483660"/>
              <pc:sldLayoutMk cId="3019964575" sldId="2147483668"/>
              <ac:spMk id="6" creationId="{F7C238FF-A3A3-82B4-9224-BA1932228202}"/>
            </ac:spMkLst>
          </pc:spChg>
          <pc:spChg chg="mod">
            <ac:chgData name="David Miazga" userId="e3de03b7-5856-4d69-ae5f-0fb618fd544e" providerId="ADAL" clId="{3B272350-3CB0-5F13-B8A1-7CF4FB9D0F0A}" dt="2026-04-16T16:12:06.536" v="276" actId="14100"/>
            <ac:spMkLst>
              <pc:docMk/>
              <pc:sldMasterMk cId="2245936437" sldId="2147483660"/>
              <pc:sldLayoutMk cId="3019964575" sldId="2147483668"/>
              <ac:spMk id="7" creationId="{47C61EB4-AF2E-1A39-FEA4-EFAD2E0C26D8}"/>
            </ac:spMkLst>
          </pc:spChg>
          <pc:picChg chg="add mod">
            <ac:chgData name="David Miazga" userId="e3de03b7-5856-4d69-ae5f-0fb618fd544e" providerId="ADAL" clId="{3B272350-3CB0-5F13-B8A1-7CF4FB9D0F0A}" dt="2026-04-15T19:35:37.368" v="83" actId="167"/>
            <ac:picMkLst>
              <pc:docMk/>
              <pc:sldMasterMk cId="2245936437" sldId="2147483660"/>
              <pc:sldLayoutMk cId="3019964575" sldId="2147483668"/>
              <ac:picMk id="2" creationId="{1BF58FF1-ED39-2341-0D36-3744C77CD1F3}"/>
            </ac:picMkLst>
          </pc:picChg>
        </pc:sldLayoutChg>
        <pc:sldLayoutChg chg="delSp modSp add mod ord modTransition">
          <pc:chgData name="David Miazga" userId="e3de03b7-5856-4d69-ae5f-0fb618fd544e" providerId="ADAL" clId="{3B272350-3CB0-5F13-B8A1-7CF4FB9D0F0A}" dt="2026-04-16T16:12:12.652" v="277" actId="20578"/>
          <pc:sldLayoutMkLst>
            <pc:docMk/>
            <pc:sldMasterMk cId="2245936437" sldId="2147483660"/>
            <pc:sldLayoutMk cId="2679112663" sldId="2147483669"/>
          </pc:sldLayoutMkLst>
          <pc:spChg chg="del mod">
            <ac:chgData name="David Miazga" userId="e3de03b7-5856-4d69-ae5f-0fb618fd544e" providerId="ADAL" clId="{3B272350-3CB0-5F13-B8A1-7CF4FB9D0F0A}" dt="2026-04-15T19:32:43.356" v="74" actId="478"/>
            <ac:spMkLst>
              <pc:docMk/>
              <pc:sldMasterMk cId="2245936437" sldId="2147483660"/>
              <pc:sldLayoutMk cId="2679112663" sldId="2147483669"/>
              <ac:spMk id="6" creationId="{F7C238FF-A3A3-82B4-9224-BA1932228202}"/>
            </ac:spMkLst>
          </pc:spChg>
          <pc:spChg chg="del">
            <ac:chgData name="David Miazga" userId="e3de03b7-5856-4d69-ae5f-0fb618fd544e" providerId="ADAL" clId="{3B272350-3CB0-5F13-B8A1-7CF4FB9D0F0A}" dt="2026-04-15T19:32:39.373" v="72" actId="478"/>
            <ac:spMkLst>
              <pc:docMk/>
              <pc:sldMasterMk cId="2245936437" sldId="2147483660"/>
              <pc:sldLayoutMk cId="2679112663" sldId="2147483669"/>
              <ac:spMk id="7" creationId="{47C61EB4-AF2E-1A39-FEA4-EFAD2E0C26D8}"/>
            </ac:spMkLst>
          </pc:spChg>
        </pc:sldLayoutChg>
      </pc:sldMasterChg>
      <pc:sldMasterChg chg="addSp modSp mod setBg addSldLayout modSldLayout">
        <pc:chgData name="David Miazga" userId="e3de03b7-5856-4d69-ae5f-0fb618fd544e" providerId="ADAL" clId="{3B272350-3CB0-5F13-B8A1-7CF4FB9D0F0A}" dt="2026-04-16T16:12:29.325" v="279" actId="255"/>
        <pc:sldMasterMkLst>
          <pc:docMk/>
          <pc:sldMasterMk cId="3244417246" sldId="2147483696"/>
        </pc:sldMasterMkLst>
        <pc:picChg chg="add mod">
          <ac:chgData name="David Miazga" userId="e3de03b7-5856-4d69-ae5f-0fb618fd544e" providerId="ADAL" clId="{3B272350-3CB0-5F13-B8A1-7CF4FB9D0F0A}" dt="2026-04-15T19:36:48.517" v="158" actId="29295"/>
          <ac:picMkLst>
            <pc:docMk/>
            <pc:sldMasterMk cId="3244417246" sldId="2147483696"/>
            <ac:picMk id="2" creationId="{B3BEA9E9-79B7-A72B-ADBB-F005BD86D5FB}"/>
          </ac:picMkLst>
        </pc:picChg>
        <pc:sldLayoutChg chg="modSp mod">
          <pc:chgData name="David Miazga" userId="e3de03b7-5856-4d69-ae5f-0fb618fd544e" providerId="ADAL" clId="{3B272350-3CB0-5F13-B8A1-7CF4FB9D0F0A}" dt="2026-04-16T16:12:29.325" v="279" actId="255"/>
          <pc:sldLayoutMkLst>
            <pc:docMk/>
            <pc:sldMasterMk cId="3244417246" sldId="2147483696"/>
            <pc:sldLayoutMk cId="1143594975" sldId="2147483697"/>
          </pc:sldLayoutMkLst>
          <pc:spChg chg="mod">
            <ac:chgData name="David Miazga" userId="e3de03b7-5856-4d69-ae5f-0fb618fd544e" providerId="ADAL" clId="{3B272350-3CB0-5F13-B8A1-7CF4FB9D0F0A}" dt="2026-04-16T16:12:29.325" v="279" actId="255"/>
            <ac:spMkLst>
              <pc:docMk/>
              <pc:sldMasterMk cId="3244417246" sldId="2147483696"/>
              <pc:sldLayoutMk cId="1143594975" sldId="2147483697"/>
              <ac:spMk id="8" creationId="{410DC1CC-5048-618E-4537-EE28846FAD15}"/>
            </ac:spMkLst>
          </pc:spChg>
        </pc:sldLayoutChg>
        <pc:sldLayoutChg chg="addSp delSp modSp mod">
          <pc:chgData name="David Miazga" userId="e3de03b7-5856-4d69-ae5f-0fb618fd544e" providerId="ADAL" clId="{3B272350-3CB0-5F13-B8A1-7CF4FB9D0F0A}" dt="2026-04-16T16:12:21.276" v="278" actId="255"/>
          <pc:sldLayoutMkLst>
            <pc:docMk/>
            <pc:sldMasterMk cId="3244417246" sldId="2147483696"/>
            <pc:sldLayoutMk cId="2001494470" sldId="2147483701"/>
          </pc:sldLayoutMkLst>
          <pc:spChg chg="del">
            <ac:chgData name="David Miazga" userId="e3de03b7-5856-4d69-ae5f-0fb618fd544e" providerId="ADAL" clId="{3B272350-3CB0-5F13-B8A1-7CF4FB9D0F0A}" dt="2026-04-15T19:43:40.991" v="208" actId="478"/>
            <ac:spMkLst>
              <pc:docMk/>
              <pc:sldMasterMk cId="3244417246" sldId="2147483696"/>
              <pc:sldLayoutMk cId="2001494470" sldId="2147483701"/>
              <ac:spMk id="7" creationId="{89B7D408-AF56-274F-616D-B29C55CA70AE}"/>
            </ac:spMkLst>
          </pc:spChg>
          <pc:spChg chg="mod">
            <ac:chgData name="David Miazga" userId="e3de03b7-5856-4d69-ae5f-0fb618fd544e" providerId="ADAL" clId="{3B272350-3CB0-5F13-B8A1-7CF4FB9D0F0A}" dt="2026-04-16T16:12:21.276" v="278" actId="255"/>
            <ac:spMkLst>
              <pc:docMk/>
              <pc:sldMasterMk cId="3244417246" sldId="2147483696"/>
              <pc:sldLayoutMk cId="2001494470" sldId="2147483701"/>
              <ac:spMk id="8" creationId="{410DC1CC-5048-618E-4537-EE28846FAD15}"/>
            </ac:spMkLst>
          </pc:spChg>
          <pc:picChg chg="add del mod">
            <ac:chgData name="David Miazga" userId="e3de03b7-5856-4d69-ae5f-0fb618fd544e" providerId="ADAL" clId="{3B272350-3CB0-5F13-B8A1-7CF4FB9D0F0A}" dt="2026-04-15T19:36:52.101" v="159" actId="478"/>
            <ac:picMkLst>
              <pc:docMk/>
              <pc:sldMasterMk cId="3244417246" sldId="2147483696"/>
              <pc:sldLayoutMk cId="2001494470" sldId="2147483701"/>
              <ac:picMk id="2" creationId="{DBDC1B7C-8C9C-1754-B602-218EC07978B8}"/>
            </ac:picMkLst>
          </pc:picChg>
        </pc:sldLayoutChg>
        <pc:sldLayoutChg chg="addSp delSp modSp mod">
          <pc:chgData name="David Miazga" userId="e3de03b7-5856-4d69-ae5f-0fb618fd544e" providerId="ADAL" clId="{3B272350-3CB0-5F13-B8A1-7CF4FB9D0F0A}" dt="2026-04-15T19:39:16.193" v="170" actId="947"/>
          <pc:sldLayoutMkLst>
            <pc:docMk/>
            <pc:sldMasterMk cId="3244417246" sldId="2147483696"/>
            <pc:sldLayoutMk cId="738725474" sldId="2147483702"/>
          </pc:sldLayoutMkLst>
          <pc:spChg chg="add mod">
            <ac:chgData name="David Miazga" userId="e3de03b7-5856-4d69-ae5f-0fb618fd544e" providerId="ADAL" clId="{3B272350-3CB0-5F13-B8A1-7CF4FB9D0F0A}" dt="2026-04-15T19:39:02.430" v="169" actId="1076"/>
            <ac:spMkLst>
              <pc:docMk/>
              <pc:sldMasterMk cId="3244417246" sldId="2147483696"/>
              <pc:sldLayoutMk cId="738725474" sldId="2147483702"/>
              <ac:spMk id="2" creationId="{BE92DF78-AD15-CC41-39D1-3FB96558845F}"/>
            </ac:spMkLst>
          </pc:spChg>
          <pc:spChg chg="del mod">
            <ac:chgData name="David Miazga" userId="e3de03b7-5856-4d69-ae5f-0fb618fd544e" providerId="ADAL" clId="{3B272350-3CB0-5F13-B8A1-7CF4FB9D0F0A}" dt="2026-04-15T19:38:51.069" v="164" actId="478"/>
            <ac:spMkLst>
              <pc:docMk/>
              <pc:sldMasterMk cId="3244417246" sldId="2147483696"/>
              <pc:sldLayoutMk cId="738725474" sldId="2147483702"/>
              <ac:spMk id="3" creationId="{539A909A-2DAC-E01D-6119-174C0D5CBB21}"/>
            </ac:spMkLst>
          </pc:spChg>
          <pc:spChg chg="mod">
            <ac:chgData name="David Miazga" userId="e3de03b7-5856-4d69-ae5f-0fb618fd544e" providerId="ADAL" clId="{3B272350-3CB0-5F13-B8A1-7CF4FB9D0F0A}" dt="2026-04-15T19:39:16.193" v="170" actId="947"/>
            <ac:spMkLst>
              <pc:docMk/>
              <pc:sldMasterMk cId="3244417246" sldId="2147483696"/>
              <pc:sldLayoutMk cId="738725474" sldId="2147483702"/>
              <ac:spMk id="12" creationId="{214DF69F-48D3-D3B6-8587-96BF96EA7FBF}"/>
            </ac:spMkLst>
          </pc:spChg>
          <pc:picChg chg="del">
            <ac:chgData name="David Miazga" userId="e3de03b7-5856-4d69-ae5f-0fb618fd544e" providerId="ADAL" clId="{3B272350-3CB0-5F13-B8A1-7CF4FB9D0F0A}" dt="2026-04-15T19:37:37.483" v="160" actId="478"/>
            <ac:picMkLst>
              <pc:docMk/>
              <pc:sldMasterMk cId="3244417246" sldId="2147483696"/>
              <pc:sldLayoutMk cId="738725474" sldId="2147483702"/>
              <ac:picMk id="15" creationId="{440319D2-D781-8C71-3DF0-BD35DCFA9F55}"/>
            </ac:picMkLst>
          </pc:picChg>
        </pc:sldLayoutChg>
        <pc:sldLayoutChg chg="addSp delSp modSp add mod replId modTransition">
          <pc:chgData name="David Miazga" userId="e3de03b7-5856-4d69-ae5f-0fb618fd544e" providerId="ADAL" clId="{3B272350-3CB0-5F13-B8A1-7CF4FB9D0F0A}" dt="2026-04-15T19:41:10.848" v="192" actId="1076"/>
          <pc:sldLayoutMkLst>
            <pc:docMk/>
            <pc:sldMasterMk cId="3244417246" sldId="2147483696"/>
            <pc:sldLayoutMk cId="1921962504" sldId="2147483707"/>
          </pc:sldLayoutMkLst>
          <pc:spChg chg="add del mod">
            <ac:chgData name="David Miazga" userId="e3de03b7-5856-4d69-ae5f-0fb618fd544e" providerId="ADAL" clId="{3B272350-3CB0-5F13-B8A1-7CF4FB9D0F0A}" dt="2026-04-15T19:40:26.891" v="181" actId="478"/>
            <ac:spMkLst>
              <pc:docMk/>
              <pc:sldMasterMk cId="3244417246" sldId="2147483696"/>
              <pc:sldLayoutMk cId="1921962504" sldId="2147483707"/>
              <ac:spMk id="2" creationId="{0237AE77-F042-9302-67AF-233AFCCCA16A}"/>
            </ac:spMkLst>
          </pc:spChg>
          <pc:spChg chg="del">
            <ac:chgData name="David Miazga" userId="e3de03b7-5856-4d69-ae5f-0fb618fd544e" providerId="ADAL" clId="{3B272350-3CB0-5F13-B8A1-7CF4FB9D0F0A}" dt="2026-04-15T19:39:43.806" v="172" actId="478"/>
            <ac:spMkLst>
              <pc:docMk/>
              <pc:sldMasterMk cId="3244417246" sldId="2147483696"/>
              <pc:sldLayoutMk cId="1921962504" sldId="2147483707"/>
              <ac:spMk id="3" creationId="{539A909A-2DAC-E01D-6119-174C0D5CBB21}"/>
            </ac:spMkLst>
          </pc:spChg>
          <pc:spChg chg="add del mod">
            <ac:chgData name="David Miazga" userId="e3de03b7-5856-4d69-ae5f-0fb618fd544e" providerId="ADAL" clId="{3B272350-3CB0-5F13-B8A1-7CF4FB9D0F0A}" dt="2026-04-15T19:40:33.757" v="183" actId="478"/>
            <ac:spMkLst>
              <pc:docMk/>
              <pc:sldMasterMk cId="3244417246" sldId="2147483696"/>
              <pc:sldLayoutMk cId="1921962504" sldId="2147483707"/>
              <ac:spMk id="4" creationId="{99422DC1-E483-71AD-DA92-FF49081C8231}"/>
            </ac:spMkLst>
          </pc:spChg>
          <pc:spChg chg="add mod">
            <ac:chgData name="David Miazga" userId="e3de03b7-5856-4d69-ae5f-0fb618fd544e" providerId="ADAL" clId="{3B272350-3CB0-5F13-B8A1-7CF4FB9D0F0A}" dt="2026-04-15T19:41:10.848" v="192" actId="1076"/>
            <ac:spMkLst>
              <pc:docMk/>
              <pc:sldMasterMk cId="3244417246" sldId="2147483696"/>
              <pc:sldLayoutMk cId="1921962504" sldId="2147483707"/>
              <ac:spMk id="6" creationId="{2A7BA947-BB62-8AD7-2A6C-79E0AAE0A48E}"/>
            </ac:spMkLst>
          </pc:spChg>
          <pc:spChg chg="del">
            <ac:chgData name="David Miazga" userId="e3de03b7-5856-4d69-ae5f-0fb618fd544e" providerId="ADAL" clId="{3B272350-3CB0-5F13-B8A1-7CF4FB9D0F0A}" dt="2026-04-15T19:39:43.806" v="172" actId="478"/>
            <ac:spMkLst>
              <pc:docMk/>
              <pc:sldMasterMk cId="3244417246" sldId="2147483696"/>
              <pc:sldLayoutMk cId="1921962504" sldId="2147483707"/>
              <ac:spMk id="7" creationId="{89B7D408-AF56-274F-616D-B29C55CA70AE}"/>
            </ac:spMkLst>
          </pc:spChg>
          <pc:spChg chg="del">
            <ac:chgData name="David Miazga" userId="e3de03b7-5856-4d69-ae5f-0fb618fd544e" providerId="ADAL" clId="{3B272350-3CB0-5F13-B8A1-7CF4FB9D0F0A}" dt="2026-04-15T19:39:43.806" v="172" actId="478"/>
            <ac:spMkLst>
              <pc:docMk/>
              <pc:sldMasterMk cId="3244417246" sldId="2147483696"/>
              <pc:sldLayoutMk cId="1921962504" sldId="2147483707"/>
              <ac:spMk id="8" creationId="{410DC1CC-5048-618E-4537-EE28846FAD15}"/>
            </ac:spMkLst>
          </pc:spChg>
          <pc:spChg chg="add mod">
            <ac:chgData name="David Miazga" userId="e3de03b7-5856-4d69-ae5f-0fb618fd544e" providerId="ADAL" clId="{3B272350-3CB0-5F13-B8A1-7CF4FB9D0F0A}" dt="2026-04-15T19:39:45.962" v="174"/>
            <ac:spMkLst>
              <pc:docMk/>
              <pc:sldMasterMk cId="3244417246" sldId="2147483696"/>
              <pc:sldLayoutMk cId="1921962504" sldId="2147483707"/>
              <ac:spMk id="9" creationId="{18B66717-AC2D-6D1B-DC1B-4BD78A61E840}"/>
            </ac:spMkLst>
          </pc:spChg>
          <pc:spChg chg="add mod">
            <ac:chgData name="David Miazga" userId="e3de03b7-5856-4d69-ae5f-0fb618fd544e" providerId="ADAL" clId="{3B272350-3CB0-5F13-B8A1-7CF4FB9D0F0A}" dt="2026-04-15T19:40:43.257" v="185" actId="14100"/>
            <ac:spMkLst>
              <pc:docMk/>
              <pc:sldMasterMk cId="3244417246" sldId="2147483696"/>
              <pc:sldLayoutMk cId="1921962504" sldId="2147483707"/>
              <ac:spMk id="10" creationId="{DF6C88C0-A7CA-9469-B0E5-0DA32574B1FC}"/>
            </ac:spMkLst>
          </pc:spChg>
          <pc:spChg chg="add mod">
            <ac:chgData name="David Miazga" userId="e3de03b7-5856-4d69-ae5f-0fb618fd544e" providerId="ADAL" clId="{3B272350-3CB0-5F13-B8A1-7CF4FB9D0F0A}" dt="2026-04-15T19:40:55.406" v="191" actId="20577"/>
            <ac:spMkLst>
              <pc:docMk/>
              <pc:sldMasterMk cId="3244417246" sldId="2147483696"/>
              <pc:sldLayoutMk cId="1921962504" sldId="2147483707"/>
              <ac:spMk id="11" creationId="{DFD4D81C-557A-F72E-3106-D00E81FCF19E}"/>
            </ac:spMkLst>
          </pc:spChg>
          <pc:cxnChg chg="del">
            <ac:chgData name="David Miazga" userId="e3de03b7-5856-4d69-ae5f-0fb618fd544e" providerId="ADAL" clId="{3B272350-3CB0-5F13-B8A1-7CF4FB9D0F0A}" dt="2026-04-15T19:39:45.499" v="173" actId="478"/>
            <ac:cxnSpMkLst>
              <pc:docMk/>
              <pc:sldMasterMk cId="3244417246" sldId="2147483696"/>
              <pc:sldLayoutMk cId="1921962504" sldId="2147483707"/>
              <ac:cxnSpMk id="5" creationId="{4E4F6D76-A04B-4397-20AD-B85DB822D624}"/>
            </ac:cxnSpMkLst>
          </pc:cxnChg>
        </pc:sldLayoutChg>
      </pc:sldMasterChg>
      <pc:sldMasterChg chg="modSldLayout">
        <pc:chgData name="David Miazga" userId="e3de03b7-5856-4d69-ae5f-0fb618fd544e" providerId="ADAL" clId="{3B272350-3CB0-5F13-B8A1-7CF4FB9D0F0A}" dt="2026-04-15T19:48:10.808" v="240" actId="14100"/>
        <pc:sldMasterMkLst>
          <pc:docMk/>
          <pc:sldMasterMk cId="2755457760" sldId="2147483698"/>
        </pc:sldMasterMkLst>
        <pc:sldLayoutChg chg="delSp modSp mod">
          <pc:chgData name="David Miazga" userId="e3de03b7-5856-4d69-ae5f-0fb618fd544e" providerId="ADAL" clId="{3B272350-3CB0-5F13-B8A1-7CF4FB9D0F0A}" dt="2026-04-15T19:41:52.187" v="195" actId="947"/>
          <pc:sldLayoutMkLst>
            <pc:docMk/>
            <pc:sldMasterMk cId="2755457760" sldId="2147483698"/>
            <pc:sldLayoutMk cId="3484194828" sldId="2147483699"/>
          </pc:sldLayoutMkLst>
          <pc:spChg chg="mod">
            <ac:chgData name="David Miazga" userId="e3de03b7-5856-4d69-ae5f-0fb618fd544e" providerId="ADAL" clId="{3B272350-3CB0-5F13-B8A1-7CF4FB9D0F0A}" dt="2026-04-15T19:41:52.187" v="195" actId="947"/>
            <ac:spMkLst>
              <pc:docMk/>
              <pc:sldMasterMk cId="2755457760" sldId="2147483698"/>
              <pc:sldLayoutMk cId="3484194828" sldId="2147483699"/>
              <ac:spMk id="3" creationId="{976D7BF1-1FE1-7328-65CE-B2ACA374BD39}"/>
            </ac:spMkLst>
          </pc:spChg>
          <pc:spChg chg="del">
            <ac:chgData name="David Miazga" userId="e3de03b7-5856-4d69-ae5f-0fb618fd544e" providerId="ADAL" clId="{3B272350-3CB0-5F13-B8A1-7CF4FB9D0F0A}" dt="2026-04-15T19:41:40.624" v="193" actId="478"/>
            <ac:spMkLst>
              <pc:docMk/>
              <pc:sldMasterMk cId="2755457760" sldId="2147483698"/>
              <pc:sldLayoutMk cId="3484194828" sldId="2147483699"/>
              <ac:spMk id="5" creationId="{A8BD8242-FCCD-D435-F47F-520ED90F8D78}"/>
            </ac:spMkLst>
          </pc:spChg>
        </pc:sldLayoutChg>
        <pc:sldLayoutChg chg="delSp modSp mod">
          <pc:chgData name="David Miazga" userId="e3de03b7-5856-4d69-ae5f-0fb618fd544e" providerId="ADAL" clId="{3B272350-3CB0-5F13-B8A1-7CF4FB9D0F0A}" dt="2026-04-15T19:47:56.042" v="238" actId="14100"/>
          <pc:sldLayoutMkLst>
            <pc:docMk/>
            <pc:sldMasterMk cId="2755457760" sldId="2147483698"/>
            <pc:sldLayoutMk cId="55599752" sldId="2147483700"/>
          </pc:sldLayoutMkLst>
          <pc:spChg chg="mod">
            <ac:chgData name="David Miazga" userId="e3de03b7-5856-4d69-ae5f-0fb618fd544e" providerId="ADAL" clId="{3B272350-3CB0-5F13-B8A1-7CF4FB9D0F0A}" dt="2026-04-15T19:47:56.042" v="238" actId="14100"/>
            <ac:spMkLst>
              <pc:docMk/>
              <pc:sldMasterMk cId="2755457760" sldId="2147483698"/>
              <pc:sldLayoutMk cId="55599752" sldId="2147483700"/>
              <ac:spMk id="3" creationId="{4D039DE4-C416-01D3-9203-250F97284F27}"/>
            </ac:spMkLst>
          </pc:spChg>
          <pc:spChg chg="del">
            <ac:chgData name="David Miazga" userId="e3de03b7-5856-4d69-ae5f-0fb618fd544e" providerId="ADAL" clId="{3B272350-3CB0-5F13-B8A1-7CF4FB9D0F0A}" dt="2026-04-15T19:41:59.856" v="196" actId="478"/>
            <ac:spMkLst>
              <pc:docMk/>
              <pc:sldMasterMk cId="2755457760" sldId="2147483698"/>
              <pc:sldLayoutMk cId="55599752" sldId="2147483700"/>
              <ac:spMk id="21" creationId="{A034BB20-BF87-FD03-716C-EBB108BB4BB3}"/>
            </ac:spMkLst>
          </pc:spChg>
        </pc:sldLayoutChg>
        <pc:sldLayoutChg chg="delSp mod">
          <pc:chgData name="David Miazga" userId="e3de03b7-5856-4d69-ae5f-0fb618fd544e" providerId="ADAL" clId="{3B272350-3CB0-5F13-B8A1-7CF4FB9D0F0A}" dt="2026-04-15T19:42:17.639" v="199" actId="478"/>
          <pc:sldLayoutMkLst>
            <pc:docMk/>
            <pc:sldMasterMk cId="2755457760" sldId="2147483698"/>
            <pc:sldLayoutMk cId="397378898" sldId="2147483703"/>
          </pc:sldLayoutMkLst>
          <pc:spChg chg="del">
            <ac:chgData name="David Miazga" userId="e3de03b7-5856-4d69-ae5f-0fb618fd544e" providerId="ADAL" clId="{3B272350-3CB0-5F13-B8A1-7CF4FB9D0F0A}" dt="2026-04-15T19:42:17.639" v="199" actId="478"/>
            <ac:spMkLst>
              <pc:docMk/>
              <pc:sldMasterMk cId="2755457760" sldId="2147483698"/>
              <pc:sldLayoutMk cId="397378898" sldId="2147483703"/>
              <ac:spMk id="7" creationId="{54D3C768-10CF-A3EA-376F-B4CAF1D0BF0C}"/>
            </ac:spMkLst>
          </pc:spChg>
        </pc:sldLayoutChg>
        <pc:sldLayoutChg chg="delSp modSp mod">
          <pc:chgData name="David Miazga" userId="e3de03b7-5856-4d69-ae5f-0fb618fd544e" providerId="ADAL" clId="{3B272350-3CB0-5F13-B8A1-7CF4FB9D0F0A}" dt="2026-04-15T19:48:04.247" v="239" actId="14100"/>
          <pc:sldLayoutMkLst>
            <pc:docMk/>
            <pc:sldMasterMk cId="2755457760" sldId="2147483698"/>
            <pc:sldLayoutMk cId="1147213974" sldId="2147483705"/>
          </pc:sldLayoutMkLst>
          <pc:spChg chg="mod">
            <ac:chgData name="David Miazga" userId="e3de03b7-5856-4d69-ae5f-0fb618fd544e" providerId="ADAL" clId="{3B272350-3CB0-5F13-B8A1-7CF4FB9D0F0A}" dt="2026-04-15T19:48:04.247" v="239" actId="14100"/>
            <ac:spMkLst>
              <pc:docMk/>
              <pc:sldMasterMk cId="2755457760" sldId="2147483698"/>
              <pc:sldLayoutMk cId="1147213974" sldId="2147483705"/>
              <ac:spMk id="3" creationId="{4D039DE4-C416-01D3-9203-250F97284F27}"/>
            </ac:spMkLst>
          </pc:spChg>
          <pc:spChg chg="mod">
            <ac:chgData name="David Miazga" userId="e3de03b7-5856-4d69-ae5f-0fb618fd544e" providerId="ADAL" clId="{3B272350-3CB0-5F13-B8A1-7CF4FB9D0F0A}" dt="2026-04-15T19:48:04.247" v="239" actId="14100"/>
            <ac:spMkLst>
              <pc:docMk/>
              <pc:sldMasterMk cId="2755457760" sldId="2147483698"/>
              <pc:sldLayoutMk cId="1147213974" sldId="2147483705"/>
              <ac:spMk id="8" creationId="{791E83DE-FB7F-658C-1A1B-E95BB80379A1}"/>
            </ac:spMkLst>
          </pc:spChg>
          <pc:spChg chg="del">
            <ac:chgData name="David Miazga" userId="e3de03b7-5856-4d69-ae5f-0fb618fd544e" providerId="ADAL" clId="{3B272350-3CB0-5F13-B8A1-7CF4FB9D0F0A}" dt="2026-04-15T19:42:09.818" v="197" actId="478"/>
            <ac:spMkLst>
              <pc:docMk/>
              <pc:sldMasterMk cId="2755457760" sldId="2147483698"/>
              <pc:sldLayoutMk cId="1147213974" sldId="2147483705"/>
              <ac:spMk id="11" creationId="{3BB96D84-2EF8-E18B-4156-F20B84748C6A}"/>
            </ac:spMkLst>
          </pc:spChg>
        </pc:sldLayoutChg>
        <pc:sldLayoutChg chg="delSp modSp mod">
          <pc:chgData name="David Miazga" userId="e3de03b7-5856-4d69-ae5f-0fb618fd544e" providerId="ADAL" clId="{3B272350-3CB0-5F13-B8A1-7CF4FB9D0F0A}" dt="2026-04-15T19:48:10.808" v="240" actId="14100"/>
          <pc:sldLayoutMkLst>
            <pc:docMk/>
            <pc:sldMasterMk cId="2755457760" sldId="2147483698"/>
            <pc:sldLayoutMk cId="124694268" sldId="2147483706"/>
          </pc:sldLayoutMkLst>
          <pc:spChg chg="mod">
            <ac:chgData name="David Miazga" userId="e3de03b7-5856-4d69-ae5f-0fb618fd544e" providerId="ADAL" clId="{3B272350-3CB0-5F13-B8A1-7CF4FB9D0F0A}" dt="2026-04-15T19:48:10.808" v="240" actId="14100"/>
            <ac:spMkLst>
              <pc:docMk/>
              <pc:sldMasterMk cId="2755457760" sldId="2147483698"/>
              <pc:sldLayoutMk cId="124694268" sldId="2147483706"/>
              <ac:spMk id="5" creationId="{B97429FC-5007-E505-BBC8-1DFAB1E20BF9}"/>
            </ac:spMkLst>
          </pc:spChg>
          <pc:spChg chg="mod">
            <ac:chgData name="David Miazga" userId="e3de03b7-5856-4d69-ae5f-0fb618fd544e" providerId="ADAL" clId="{3B272350-3CB0-5F13-B8A1-7CF4FB9D0F0A}" dt="2026-04-15T19:48:10.808" v="240" actId="14100"/>
            <ac:spMkLst>
              <pc:docMk/>
              <pc:sldMasterMk cId="2755457760" sldId="2147483698"/>
              <pc:sldLayoutMk cId="124694268" sldId="2147483706"/>
              <ac:spMk id="6" creationId="{DB38A126-29A4-F9EF-F0C2-E34D1D4120AE}"/>
            </ac:spMkLst>
          </pc:spChg>
          <pc:spChg chg="del">
            <ac:chgData name="David Miazga" userId="e3de03b7-5856-4d69-ae5f-0fb618fd544e" providerId="ADAL" clId="{3B272350-3CB0-5F13-B8A1-7CF4FB9D0F0A}" dt="2026-04-15T19:42:13.867" v="198" actId="478"/>
            <ac:spMkLst>
              <pc:docMk/>
              <pc:sldMasterMk cId="2755457760" sldId="2147483698"/>
              <pc:sldLayoutMk cId="124694268" sldId="2147483706"/>
              <ac:spMk id="7" creationId="{F3FB6649-D5F1-50EC-CA9C-D99E871F4B8E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0" i="0" spc="-50" baseline="0" dirty="0"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Inter Variable" panose="02000503000000020004" pitchFamily="2" charset="0"/>
                    <a:ea typeface="Inter Variable" panose="02000503000000020004" pitchFamily="2" charset="0"/>
                    <a:cs typeface="Inter Variable" panose="02000503000000020004" pitchFamily="2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0F-0A43-8738-7FDC5F2DDD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Inter Variable" panose="02000503000000020004" pitchFamily="2" charset="0"/>
                    <a:ea typeface="Inter Variable" panose="02000503000000020004" pitchFamily="2" charset="0"/>
                    <a:cs typeface="Inter Variable" panose="02000503000000020004" pitchFamily="2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0F-0A43-8738-7FDC5F2DDD0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Inter Variable" panose="02000503000000020004" pitchFamily="2" charset="0"/>
                    <a:ea typeface="Inter Variable" panose="02000503000000020004" pitchFamily="2" charset="0"/>
                    <a:cs typeface="Inter Variable" panose="02000503000000020004" pitchFamily="2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50F-0A43-8738-7FDC5F2DDD0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99"/>
        <c:overlap val="-31"/>
        <c:axId val="933071295"/>
        <c:axId val="933072943"/>
      </c:barChart>
      <c:catAx>
        <c:axId val="933071295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defRPr>
            </a:pPr>
            <a:endParaRPr lang="en-US"/>
          </a:p>
        </c:txPr>
        <c:crossAx val="933072943"/>
        <c:crosses val="autoZero"/>
        <c:auto val="1"/>
        <c:lblAlgn val="ctr"/>
        <c:lblOffset val="199"/>
        <c:noMultiLvlLbl val="0"/>
      </c:catAx>
      <c:valAx>
        <c:axId val="9330729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defRPr>
            </a:pPr>
            <a:endParaRPr lang="en-US"/>
          </a:p>
        </c:txPr>
        <c:crossAx val="9330712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8444249916928258"/>
          <c:y val="0.95524580845692886"/>
          <c:w val="0.1925931910823083"/>
          <c:h val="3.86682010597881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Inter Variable" panose="02000503000000020004" pitchFamily="2" charset="0"/>
              <a:ea typeface="Inter Variable" panose="02000503000000020004" pitchFamily="2" charset="0"/>
              <a:cs typeface="Inter Variable" panose="02000503000000020004" pitchFamily="2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Piechart Breakdown</c:v>
                </c:pt>
              </c:strCache>
            </c:strRef>
          </c:tx>
          <c:dPt>
            <c:idx val="0"/>
            <c:bubble3D val="0"/>
            <c:spPr>
              <a:solidFill>
                <a:srgbClr val="A6C9D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B49F-F34D-A066-052DB5C42ACF}"/>
              </c:ext>
            </c:extLst>
          </c:dPt>
          <c:dPt>
            <c:idx val="1"/>
            <c:bubble3D val="0"/>
            <c:spPr>
              <a:solidFill>
                <a:srgbClr val="64B1D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B49F-F34D-A066-052DB5C42ACF}"/>
              </c:ext>
            </c:extLst>
          </c:dPt>
          <c:dPt>
            <c:idx val="2"/>
            <c:bubble3D val="0"/>
            <c:spPr>
              <a:solidFill>
                <a:srgbClr val="2A7DA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49F-F34D-A066-052DB5C42ACF}"/>
              </c:ext>
            </c:extLst>
          </c:dPt>
          <c:dPt>
            <c:idx val="3"/>
            <c:bubble3D val="0"/>
            <c:spPr>
              <a:solidFill>
                <a:srgbClr val="335A9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B49F-F34D-A066-052DB5C42ACF}"/>
              </c:ext>
            </c:extLst>
          </c:dPt>
          <c:dPt>
            <c:idx val="4"/>
            <c:bubble3D val="0"/>
            <c:spPr>
              <a:solidFill>
                <a:srgbClr val="152B5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49F-F34D-A066-052DB5C42ACF}"/>
              </c:ext>
            </c:extLst>
          </c:dPt>
          <c:dPt>
            <c:idx val="5"/>
            <c:bubble3D val="0"/>
            <c:spPr>
              <a:solidFill>
                <a:srgbClr val="606C8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49F-F34D-A066-052DB5C42ACF}"/>
              </c:ext>
            </c:extLst>
          </c:dPt>
          <c:dLbls>
            <c:dLbl>
              <c:idx val="0"/>
              <c:tx>
                <c:rich>
                  <a:bodyPr rot="0" spcFirstLastPara="1" vertOverflow="clip" horzOverflow="clip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000" b="0" i="0" u="none" strike="noStrike" kern="1200" baseline="0">
                        <a:solidFill>
                          <a:schemeClr val="bg1"/>
                        </a:solidFill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defRPr>
                    </a:pPr>
                    <a:fld id="{7B7B7234-774C-154E-8210-126FD2971651}" type="CATEGORYNAME">
                      <a:rPr lang="en-US" sz="1000" b="0" i="0" smtClean="0"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rPr>
                      <a:pPr>
                        <a:defRPr sz="1000" b="0" i="0">
                          <a:solidFill>
                            <a:schemeClr val="bg1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defRPr>
                      </a:pPr>
                      <a:t>[CATEGORY NAME]</a:t>
                    </a:fld>
                    <a:r>
                      <a:rPr lang="en-US" sz="1000" b="0" i="0" baseline="0" dirty="0"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rPr>
                      <a:t>: </a:t>
                    </a:r>
                    <a:fld id="{7FACF25E-CC73-EA49-B877-AACEA8A0B82B}" type="VALUE">
                      <a:rPr lang="en-US" sz="1000" b="0" i="0" baseline="0"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rPr>
                      <a:pPr>
                        <a:defRPr sz="1000" b="0" i="0">
                          <a:solidFill>
                            <a:schemeClr val="bg1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defRPr>
                      </a:pPr>
                      <a:t>[VALUE]</a:t>
                    </a:fld>
                    <a:endParaRPr lang="en-US" sz="1000" b="0" i="0" baseline="0" dirty="0">
                      <a:latin typeface="Inter Variable" panose="02000503000000020004" pitchFamily="2" charset="0"/>
                      <a:ea typeface="Inter Variable" panose="02000503000000020004" pitchFamily="2" charset="0"/>
                      <a:cs typeface="Inter Variable" panose="02000503000000020004" pitchFamily="2" charset="0"/>
                    </a:endParaRPr>
                  </a:p>
                </c:rich>
              </c:tx>
              <c:spPr>
                <a:noFill/>
                <a:ln>
                  <a:solidFill>
                    <a:srgbClr val="000000">
                      <a:lumMod val="25000"/>
                      <a:lumOff val="75000"/>
                    </a:srgb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bg1"/>
                      </a:solidFill>
                      <a:latin typeface="Inter Variable" panose="02000503000000020004" pitchFamily="2" charset="0"/>
                      <a:ea typeface="Inter Variable" panose="02000503000000020004" pitchFamily="2" charset="0"/>
                      <a:cs typeface="Inter Variable" panose="02000503000000020004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24010916183350262"/>
                      <c:h val="0.11118941382327208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B49F-F34D-A066-052DB5C42ACF}"/>
                </c:ext>
              </c:extLst>
            </c:dLbl>
            <c:dLbl>
              <c:idx val="1"/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000" b="0" i="0" u="none" strike="noStrike" kern="1200" baseline="0">
                        <a:solidFill>
                          <a:schemeClr val="bg1"/>
                        </a:solidFill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defRPr>
                    </a:pPr>
                    <a:fld id="{CC35D98F-4A5D-2F4A-91A8-06CCA0B8426E}" type="CATEGORYNAME">
                      <a:rPr lang="en-US" sz="1000" b="0" i="0" smtClean="0"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rPr>
                      <a:pPr>
                        <a:defRPr sz="1000" b="0" i="0">
                          <a:solidFill>
                            <a:schemeClr val="bg1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defRPr>
                      </a:pPr>
                      <a:t>[CATEGORY NAME]</a:t>
                    </a:fld>
                    <a:r>
                      <a:rPr lang="en-US" sz="1000" b="0" i="0" baseline="0"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rPr>
                      <a:t>: </a:t>
                    </a:r>
                    <a:fld id="{0A3C3EDA-8462-FF42-9BD6-71DE6ABBECC4}" type="VALUE">
                      <a:rPr lang="en-US" sz="1000" b="0" i="0" baseline="0"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rPr>
                      <a:pPr>
                        <a:defRPr sz="1000" b="0" i="0">
                          <a:solidFill>
                            <a:schemeClr val="bg1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defRPr>
                      </a:pPr>
                      <a:t>[VALUE]</a:t>
                    </a:fld>
                    <a:endParaRPr lang="en-US" sz="1000" b="0" i="0" baseline="0">
                      <a:latin typeface="Inter Variable" panose="02000503000000020004" pitchFamily="2" charset="0"/>
                      <a:ea typeface="Inter Variable" panose="02000503000000020004" pitchFamily="2" charset="0"/>
                      <a:cs typeface="Inter Variable" panose="02000503000000020004" pitchFamily="2" charset="0"/>
                    </a:endParaRPr>
                  </a:p>
                </c:rich>
              </c:tx>
              <c:spPr>
                <a:noFill/>
                <a:ln>
                  <a:solidFill>
                    <a:srgbClr val="000000">
                      <a:lumMod val="25000"/>
                      <a:lumOff val="75000"/>
                    </a:srgb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bg1"/>
                      </a:solidFill>
                      <a:latin typeface="Inter Variable" panose="02000503000000020004" pitchFamily="2" charset="0"/>
                      <a:ea typeface="Inter Variable" panose="02000503000000020004" pitchFamily="2" charset="0"/>
                      <a:cs typeface="Inter Variable" panose="02000503000000020004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B49F-F34D-A066-052DB5C42ACF}"/>
                </c:ext>
              </c:extLst>
            </c:dLbl>
            <c:dLbl>
              <c:idx val="2"/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000" b="0" i="0" u="none" strike="noStrike" kern="1200" baseline="0">
                        <a:solidFill>
                          <a:schemeClr val="bg1"/>
                        </a:solidFill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defRPr>
                    </a:pPr>
                    <a:fld id="{3A7BEDB9-D033-734E-BAAE-7E71D6B15F07}" type="CATEGORYNAME">
                      <a:rPr lang="en-US" sz="1000" b="0" i="0" smtClean="0"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rPr>
                      <a:pPr>
                        <a:defRPr sz="1000" b="0" i="0">
                          <a:solidFill>
                            <a:schemeClr val="bg1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defRPr>
                      </a:pPr>
                      <a:t>[CATEGORY NAME]</a:t>
                    </a:fld>
                    <a:r>
                      <a:rPr lang="en-US" sz="1000" b="0" i="0" baseline="0"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rPr>
                      <a:t>: </a:t>
                    </a:r>
                    <a:fld id="{90F104BA-9809-5348-B050-5C9FDDC174C8}" type="VALUE">
                      <a:rPr lang="en-US" sz="1000" b="0" i="0" baseline="0"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rPr>
                      <a:pPr>
                        <a:defRPr sz="1000" b="0" i="0">
                          <a:solidFill>
                            <a:schemeClr val="bg1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defRPr>
                      </a:pPr>
                      <a:t>[VALUE]</a:t>
                    </a:fld>
                    <a:endParaRPr lang="en-US" sz="1000" b="0" i="0" baseline="0">
                      <a:latin typeface="Inter Variable" panose="02000503000000020004" pitchFamily="2" charset="0"/>
                      <a:ea typeface="Inter Variable" panose="02000503000000020004" pitchFamily="2" charset="0"/>
                      <a:cs typeface="Inter Variable" panose="02000503000000020004" pitchFamily="2" charset="0"/>
                    </a:endParaRPr>
                  </a:p>
                </c:rich>
              </c:tx>
              <c:spPr>
                <a:noFill/>
                <a:ln>
                  <a:solidFill>
                    <a:srgbClr val="000000">
                      <a:lumMod val="25000"/>
                      <a:lumOff val="75000"/>
                    </a:srgb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bg1"/>
                      </a:solidFill>
                      <a:latin typeface="Inter Variable" panose="02000503000000020004" pitchFamily="2" charset="0"/>
                      <a:ea typeface="Inter Variable" panose="02000503000000020004" pitchFamily="2" charset="0"/>
                      <a:cs typeface="Inter Variable" panose="02000503000000020004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B49F-F34D-A066-052DB5C42ACF}"/>
                </c:ext>
              </c:extLst>
            </c:dLbl>
            <c:dLbl>
              <c:idx val="3"/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000" b="0" i="0" u="none" strike="noStrike" kern="1200" baseline="0">
                        <a:solidFill>
                          <a:schemeClr val="bg1"/>
                        </a:solidFill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defRPr>
                    </a:pPr>
                    <a:fld id="{6504FFDC-B6B5-A844-8D68-5ADF317CD205}" type="CATEGORYNAME">
                      <a:rPr lang="en-US" sz="1000" b="0" i="0" smtClean="0"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rPr>
                      <a:pPr>
                        <a:defRPr sz="1000" b="0" i="0">
                          <a:solidFill>
                            <a:schemeClr val="bg1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defRPr>
                      </a:pPr>
                      <a:t>[CATEGORY NAME]</a:t>
                    </a:fld>
                    <a:r>
                      <a:rPr lang="en-US" sz="1000" b="0" i="0" baseline="0"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rPr>
                      <a:t>: </a:t>
                    </a:r>
                    <a:fld id="{2C70BBB1-1922-BE4A-B3B8-04FB1C53B336}" type="VALUE">
                      <a:rPr lang="en-US" sz="1000" b="0" i="0" baseline="0"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rPr>
                      <a:pPr>
                        <a:defRPr sz="1000" b="0" i="0">
                          <a:solidFill>
                            <a:schemeClr val="bg1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defRPr>
                      </a:pPr>
                      <a:t>[VALUE]</a:t>
                    </a:fld>
                    <a:endParaRPr lang="en-US" sz="1000" b="0" i="0" baseline="0">
                      <a:latin typeface="Inter Variable" panose="02000503000000020004" pitchFamily="2" charset="0"/>
                      <a:ea typeface="Inter Variable" panose="02000503000000020004" pitchFamily="2" charset="0"/>
                      <a:cs typeface="Inter Variable" panose="02000503000000020004" pitchFamily="2" charset="0"/>
                    </a:endParaRPr>
                  </a:p>
                </c:rich>
              </c:tx>
              <c:spPr>
                <a:noFill/>
                <a:ln>
                  <a:solidFill>
                    <a:srgbClr val="000000">
                      <a:lumMod val="25000"/>
                      <a:lumOff val="75000"/>
                    </a:srgb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bg1"/>
                      </a:solidFill>
                      <a:latin typeface="Inter Variable" panose="02000503000000020004" pitchFamily="2" charset="0"/>
                      <a:ea typeface="Inter Variable" panose="02000503000000020004" pitchFamily="2" charset="0"/>
                      <a:cs typeface="Inter Variable" panose="02000503000000020004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B49F-F34D-A066-052DB5C42ACF}"/>
                </c:ext>
              </c:extLst>
            </c:dLbl>
            <c:dLbl>
              <c:idx val="4"/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000" b="0" i="0" u="none" strike="noStrike" kern="1200" baseline="0">
                        <a:solidFill>
                          <a:schemeClr val="bg1"/>
                        </a:solidFill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defRPr>
                    </a:pPr>
                    <a:fld id="{F5A95CAF-FD82-4340-97F8-BFFA18F28D96}" type="CATEGORYNAME">
                      <a:rPr lang="en-US" sz="1000" b="0" i="0" smtClean="0"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rPr>
                      <a:pPr>
                        <a:defRPr sz="1000" b="0" i="0">
                          <a:solidFill>
                            <a:schemeClr val="bg1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defRPr>
                      </a:pPr>
                      <a:t>[CATEGORY NAME]</a:t>
                    </a:fld>
                    <a:r>
                      <a:rPr lang="en-US" sz="1000" b="0" i="0" baseline="0"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rPr>
                      <a:t>: </a:t>
                    </a:r>
                    <a:fld id="{1120218E-8081-6341-869D-269502D90F61}" type="VALUE">
                      <a:rPr lang="en-US" sz="1000" b="0" i="0" baseline="0"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rPr>
                      <a:pPr>
                        <a:defRPr sz="1000" b="0" i="0">
                          <a:solidFill>
                            <a:schemeClr val="bg1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defRPr>
                      </a:pPr>
                      <a:t>[VALUE]</a:t>
                    </a:fld>
                    <a:endParaRPr lang="en-US" sz="1000" b="0" i="0" baseline="0">
                      <a:latin typeface="Inter Variable" panose="02000503000000020004" pitchFamily="2" charset="0"/>
                      <a:ea typeface="Inter Variable" panose="02000503000000020004" pitchFamily="2" charset="0"/>
                      <a:cs typeface="Inter Variable" panose="02000503000000020004" pitchFamily="2" charset="0"/>
                    </a:endParaRPr>
                  </a:p>
                </c:rich>
              </c:tx>
              <c:spPr>
                <a:noFill/>
                <a:ln>
                  <a:solidFill>
                    <a:srgbClr val="000000">
                      <a:lumMod val="25000"/>
                      <a:lumOff val="75000"/>
                    </a:srgb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bg1"/>
                      </a:solidFill>
                      <a:latin typeface="Inter Variable" panose="02000503000000020004" pitchFamily="2" charset="0"/>
                      <a:ea typeface="Inter Variable" panose="02000503000000020004" pitchFamily="2" charset="0"/>
                      <a:cs typeface="Inter Variable" panose="02000503000000020004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B49F-F34D-A066-052DB5C42ACF}"/>
                </c:ext>
              </c:extLst>
            </c:dLbl>
            <c:dLbl>
              <c:idx val="5"/>
              <c:layout>
                <c:manualLayout>
                  <c:x val="-8.9795954199752559E-3"/>
                  <c:y val="1.4024150900597203E-3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000" b="0" i="0" u="none" strike="noStrike" kern="1200" baseline="0">
                        <a:solidFill>
                          <a:schemeClr val="bg1"/>
                        </a:solidFill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defRPr>
                    </a:pPr>
                    <a:fld id="{AB3A70FB-8D3F-0940-B389-6B268872633E}" type="CATEGORYNAME">
                      <a:rPr lang="en-US" sz="1000" b="0" i="0" smtClean="0"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rPr>
                      <a:pPr>
                        <a:defRPr sz="1000" b="0" i="0">
                          <a:solidFill>
                            <a:schemeClr val="bg1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defRPr>
                      </a:pPr>
                      <a:t>[CATEGORY NAME]</a:t>
                    </a:fld>
                    <a:r>
                      <a:rPr lang="en-US" sz="1000" b="0" i="0" baseline="0" dirty="0"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rPr>
                      <a:t>: </a:t>
                    </a:r>
                    <a:fld id="{D5B596AB-229F-EC4F-B67B-C9EA854425EA}" type="VALUE">
                      <a:rPr lang="en-US" sz="1000" b="0" i="0" baseline="0"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rPr>
                      <a:pPr>
                        <a:defRPr sz="1000" b="0" i="0">
                          <a:solidFill>
                            <a:schemeClr val="bg1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defRPr>
                      </a:pPr>
                      <a:t>[VALUE]</a:t>
                    </a:fld>
                    <a:endParaRPr lang="en-US" sz="1000" b="0" i="0" baseline="0" dirty="0">
                      <a:latin typeface="Inter Variable" panose="02000503000000020004" pitchFamily="2" charset="0"/>
                      <a:ea typeface="Inter Variable" panose="02000503000000020004" pitchFamily="2" charset="0"/>
                      <a:cs typeface="Inter Variable" panose="02000503000000020004" pitchFamily="2" charset="0"/>
                    </a:endParaRPr>
                  </a:p>
                </c:rich>
              </c:tx>
              <c:spPr>
                <a:noFill/>
                <a:ln>
                  <a:solidFill>
                    <a:srgbClr val="000000">
                      <a:lumMod val="25000"/>
                      <a:lumOff val="75000"/>
                    </a:srgb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bg1"/>
                      </a:solidFill>
                      <a:latin typeface="Inter Variable" panose="02000503000000020004" pitchFamily="2" charset="0"/>
                      <a:ea typeface="Inter Variable" panose="02000503000000020004" pitchFamily="2" charset="0"/>
                      <a:cs typeface="Inter Variable" panose="02000503000000020004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24706292576432859"/>
                      <c:h val="9.4857392825896766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B49F-F34D-A066-052DB5C42ACF}"/>
                </c:ext>
              </c:extLst>
            </c:dLbl>
            <c:spPr>
              <a:noFill/>
              <a:ln>
                <a:solidFill>
                  <a:srgbClr val="000000">
                    <a:lumMod val="25000"/>
                    <a:lumOff val="75000"/>
                  </a:srgb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Inter Variable" panose="02000503000000020004" pitchFamily="2" charset="0"/>
                    <a:ea typeface="Inter Variable" panose="02000503000000020004" pitchFamily="2" charset="0"/>
                    <a:cs typeface="Inter Variable" panose="02000503000000020004" pitchFamily="2" charset="0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Sheet1!$A$2:$A$7</c:f>
              <c:strCache>
                <c:ptCount val="6"/>
                <c:pt idx="0">
                  <c:v>Component 1</c:v>
                </c:pt>
                <c:pt idx="1">
                  <c:v>Component 2</c:v>
                </c:pt>
                <c:pt idx="2">
                  <c:v>Component 3</c:v>
                </c:pt>
                <c:pt idx="3">
                  <c:v>Component 4</c:v>
                </c:pt>
                <c:pt idx="4">
                  <c:v>Component 5</c:v>
                </c:pt>
                <c:pt idx="5">
                  <c:v>Component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16.66</c:v>
                </c:pt>
                <c:pt idx="1">
                  <c:v>16.66</c:v>
                </c:pt>
                <c:pt idx="2">
                  <c:v>16.66</c:v>
                </c:pt>
                <c:pt idx="3">
                  <c:v>16.66</c:v>
                </c:pt>
                <c:pt idx="4">
                  <c:v>16.66</c:v>
                </c:pt>
                <c:pt idx="5">
                  <c:v>16.66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9F-F34D-A066-052DB5C42ACF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6A49CF9B-7088-A747-9C87-4DC37E570F8C}" type="datetimeFigureOut">
              <a:rPr lang="en-US" smtClean="0"/>
              <a:pPr/>
              <a:t>6/22/26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5DD2BEBB-4149-5645-8637-CC69C1857E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42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63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132" algn="l" defTabSz="914263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263" algn="l" defTabSz="914263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394" algn="l" defTabSz="914263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526" algn="l" defTabSz="914263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5657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88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20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51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2BEBB-4149-5645-8637-CC69C1857E8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8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 for spreadsheet data that has groupings.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817B71-5C4D-3446-89EE-F51024D07F29}" type="slidenum">
              <a:rPr kumimoji="0" lang="en-US" sz="120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8733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 for a single category of items that add up to 100%.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2BEBB-4149-5645-8637-CC69C1857E8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2836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 for timelines or things that go into a clear sequential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817B71-5C4D-3446-89EE-F51024D07F29}" type="slidenum">
              <a:rPr kumimoji="0" lang="en-US" sz="120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0923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 for concepts that live inside one another or build upon on another.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817B71-5C4D-3446-89EE-F51024D07F29}" type="slidenum">
              <a:rPr kumimoji="0" lang="en-US" sz="120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26703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 for summaries that have clear categories and can have key takeaways.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817B71-5C4D-3446-89EE-F51024D07F29}" type="slidenum">
              <a:rPr kumimoji="0" lang="en-US" sz="120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22132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 for larger spreadsheet data where presenting a large amount of data is the focus.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2BEBB-4149-5645-8637-CC69C1857E89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1609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to let people know that your presentation is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2BEBB-4149-5645-8637-CC69C1857E8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77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1F6E825-5B31-DF43-B516-7EAB50572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9652" y="716418"/>
            <a:ext cx="9415330" cy="308317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7200" b="0" i="0" spc="-150" baseline="0">
                <a:solidFill>
                  <a:schemeClr val="bg1"/>
                </a:solidFill>
                <a:latin typeface="Inter Variable Thin" panose="02000503000000020004" pitchFamily="2" charset="0"/>
                <a:ea typeface="Inter Variable Thin" panose="02000503000000020004" pitchFamily="2" charset="0"/>
                <a:cs typeface="Inter Variable Thin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61CCC52-E491-088D-AA39-42F785EB4526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2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3934692"/>
            <a:ext cx="12184236" cy="321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57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E553D0E-FE69-B27C-43E1-AE0ECC1CE84C}"/>
              </a:ext>
            </a:extLst>
          </p:cNvPr>
          <p:cNvCxnSpPr>
            <a:cxnSpLocks/>
          </p:cNvCxnSpPr>
          <p:nvPr userDrawn="1"/>
        </p:nvCxnSpPr>
        <p:spPr>
          <a:xfrm>
            <a:off x="1297953" y="1817384"/>
            <a:ext cx="755370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995DA81F-BF80-970F-AA65-8DD6E871F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279" y="1963171"/>
            <a:ext cx="7553375" cy="96882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>
              <a:defRPr sz="4200" b="0" i="0" spc="-150">
                <a:solidFill>
                  <a:schemeClr val="bg1"/>
                </a:solidFill>
                <a:latin typeface="Inter Variable Thin" panose="02000503000000020004" pitchFamily="2" charset="0"/>
                <a:ea typeface="Inter Variable Thin" panose="02000503000000020004" pitchFamily="2" charset="0"/>
                <a:cs typeface="Inter Variable Thin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79112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E553D0E-FE69-B27C-43E1-AE0ECC1CE84C}"/>
              </a:ext>
            </a:extLst>
          </p:cNvPr>
          <p:cNvCxnSpPr>
            <a:cxnSpLocks/>
          </p:cNvCxnSpPr>
          <p:nvPr userDrawn="1"/>
        </p:nvCxnSpPr>
        <p:spPr>
          <a:xfrm>
            <a:off x="1297953" y="1817384"/>
            <a:ext cx="755370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7C61EB4-AF2E-1A39-FEA4-EFAD2E0C26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7953" y="2989689"/>
            <a:ext cx="7553701" cy="26746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defRPr>
            </a:lvl1pPr>
          </a:lstStyle>
          <a:p>
            <a:pPr lvl="0"/>
            <a:r>
              <a:rPr lang="en-US" dirty="0"/>
              <a:t>Optional text if you need to elaborate about this section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995DA81F-BF80-970F-AA65-8DD6E871F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279" y="1963171"/>
            <a:ext cx="7553375" cy="96882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>
              <a:defRPr sz="4200" b="0" i="0" spc="-150">
                <a:solidFill>
                  <a:schemeClr val="bg1"/>
                </a:solidFill>
                <a:latin typeface="Inter Variable Thin" panose="02000503000000020004" pitchFamily="2" charset="0"/>
                <a:ea typeface="Inter Variable Thin" panose="02000503000000020004" pitchFamily="2" charset="0"/>
                <a:cs typeface="Inter Variable Thin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9964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4514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39A909A-2DAC-E01D-6119-174C0D5CB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279" y="1963171"/>
            <a:ext cx="10280559" cy="96882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sz="4200" b="0" i="0" spc="-150">
                <a:latin typeface="Inter Variable Thin" panose="02000503000000020004" pitchFamily="2" charset="0"/>
                <a:ea typeface="Inter Variable Thin" panose="02000503000000020004" pitchFamily="2" charset="0"/>
                <a:cs typeface="Inter Variable Thin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E4F6D76-A04B-4397-20AD-B85DB822D624}"/>
              </a:ext>
            </a:extLst>
          </p:cNvPr>
          <p:cNvCxnSpPr>
            <a:cxnSpLocks/>
          </p:cNvCxnSpPr>
          <p:nvPr userDrawn="1"/>
        </p:nvCxnSpPr>
        <p:spPr>
          <a:xfrm>
            <a:off x="1297953" y="1817384"/>
            <a:ext cx="755370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1494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2A7BA947-BB62-8AD7-2A6C-79E0AAE0A4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57130" y="5355952"/>
            <a:ext cx="5017434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50" b="0" i="0" spc="0" baseline="0">
                <a:solidFill>
                  <a:srgbClr val="E1F5FF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defRPr>
            </a:lvl1pPr>
          </a:lstStyle>
          <a:p>
            <a:pPr lvl="0"/>
            <a:r>
              <a:rPr lang="en-US" dirty="0"/>
              <a:t>– First Last, Citation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18B66717-AC2D-6D1B-DC1B-4BD78A61E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130" y="1502048"/>
            <a:ext cx="6453126" cy="3423097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7200" b="0" i="0" spc="-150" baseline="0">
                <a:solidFill>
                  <a:schemeClr val="bg1"/>
                </a:solidFill>
                <a:latin typeface="Inter Variable Thin" panose="02000503000000020004" pitchFamily="2" charset="0"/>
                <a:ea typeface="Inter Variable Thin" panose="02000503000000020004" pitchFamily="2" charset="0"/>
                <a:cs typeface="Inter Variable Thin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21962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lide">
    <p:bg>
      <p:bgPr>
        <a:solidFill>
          <a:srgbClr val="6FA7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39A909A-2DAC-E01D-6119-174C0D5CBB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8280" y="2048897"/>
            <a:ext cx="4500770" cy="362255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lnSpc>
                <a:spcPts val="4599"/>
              </a:lnSpc>
              <a:defRPr sz="4200" b="0" i="0">
                <a:latin typeface="Inter Variable Thin" panose="02000503000000020004" pitchFamily="2" charset="0"/>
                <a:ea typeface="Inter Variable Thin" panose="02000503000000020004" pitchFamily="2" charset="0"/>
                <a:cs typeface="Inter Variable Thin" panose="02000503000000020004" pitchFamily="2" charset="0"/>
              </a:defRPr>
            </a:lvl1pPr>
          </a:lstStyle>
          <a:p>
            <a:r>
              <a:rPr lang="en-US" dirty="0"/>
              <a:t>Statement slide, text goes here.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410DC1CC-5048-618E-4537-EE28846FAD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70602" y="2150269"/>
            <a:ext cx="4500770" cy="35211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defRPr>
            </a:lvl1pPr>
          </a:lstStyle>
          <a:p>
            <a:pPr lvl="0"/>
            <a:r>
              <a:rPr lang="en-US" dirty="0"/>
              <a:t>Supporting text about the statement, if you need to elaborate about this topic. This will autohide if empty.</a:t>
            </a:r>
          </a:p>
        </p:txBody>
      </p:sp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1A2FDB36-D9BF-D53B-0872-2A1671D71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1289" y="6356350"/>
            <a:ext cx="4114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alpha val="50374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11">
            <a:extLst>
              <a:ext uri="{FF2B5EF4-FFF2-40B4-BE49-F238E27FC236}">
                <a16:creationId xmlns:a16="http://schemas.microsoft.com/office/drawing/2014/main" id="{497A98B0-BAC2-40B3-0867-D029BCF1E7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5554" y="6356350"/>
            <a:ext cx="4848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alpha val="50374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289ED48-AF29-5A4D-91FC-18DA42BE17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594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tatement">
    <p:bg>
      <p:bgPr>
        <a:solidFill>
          <a:srgbClr val="6FA7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4648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9FBE6-85C4-83F5-FB90-FA52206D00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58561" y="469727"/>
            <a:ext cx="5323840" cy="1484334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4200" b="0" i="0" spc="-150">
                <a:solidFill>
                  <a:srgbClr val="152B56"/>
                </a:solidFill>
                <a:latin typeface="Inter Variable Thin" panose="02000503000000020004" pitchFamily="2" charset="0"/>
                <a:ea typeface="Inter Variable Thin" panose="02000503000000020004" pitchFamily="2" charset="0"/>
                <a:cs typeface="Inter Variable Thin" panose="02000503000000020004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6D7BF1-1FE1-7328-65CE-B2ACA374BD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58561" y="2267650"/>
            <a:ext cx="5323840" cy="2971800"/>
          </a:xfrm>
          <a:prstGeom prst="rect">
            <a:avLst/>
          </a:prstGeom>
        </p:spPr>
        <p:txBody>
          <a:bodyPr/>
          <a:lstStyle>
            <a:lvl1pPr marL="257124" indent="-257124" algn="l">
              <a:buFont typeface="+mj-lt"/>
              <a:buAutoNum type="arabicPeriod"/>
              <a:defRPr sz="1600" b="0" i="0" baseline="0">
                <a:solidFill>
                  <a:srgbClr val="606C82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defRPr>
            </a:lvl1pPr>
            <a:lvl2pPr marL="228554" indent="0" algn="ctr">
              <a:buNone/>
              <a:defRPr sz="1000"/>
            </a:lvl2pPr>
            <a:lvl3pPr marL="457109" indent="0" algn="ctr">
              <a:buNone/>
              <a:defRPr sz="900"/>
            </a:lvl3pPr>
            <a:lvl4pPr marL="685663" indent="0" algn="ctr">
              <a:buNone/>
              <a:defRPr sz="800"/>
            </a:lvl4pPr>
            <a:lvl5pPr marL="914217" indent="0" algn="ctr">
              <a:buNone/>
              <a:defRPr sz="800"/>
            </a:lvl5pPr>
            <a:lvl6pPr marL="1142771" indent="0" algn="ctr">
              <a:buNone/>
              <a:defRPr sz="800"/>
            </a:lvl6pPr>
            <a:lvl7pPr marL="1371326" indent="0" algn="ctr">
              <a:buNone/>
              <a:defRPr sz="800"/>
            </a:lvl7pPr>
            <a:lvl8pPr marL="1599880" indent="0" algn="ctr">
              <a:buNone/>
              <a:defRPr sz="800"/>
            </a:lvl8pPr>
            <a:lvl9pPr marL="1828434" indent="0" algn="ctr">
              <a:buNone/>
              <a:defRPr sz="8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595D137-33D7-EE9B-F252-2D3FF0955E6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86400" anchor="t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insert image</a:t>
            </a:r>
          </a:p>
        </p:txBody>
      </p:sp>
      <p:sp>
        <p:nvSpPr>
          <p:cNvPr id="16" name="Slide Number Placeholder 11">
            <a:extLst>
              <a:ext uri="{FF2B5EF4-FFF2-40B4-BE49-F238E27FC236}">
                <a16:creationId xmlns:a16="http://schemas.microsoft.com/office/drawing/2014/main" id="{B8EC7676-3CB9-1319-D896-400CC0E9A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0986" y="6356350"/>
            <a:ext cx="229392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100">
                <a:solidFill>
                  <a:srgbClr val="2A7DA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289ED48-AF29-5A4D-91FC-18DA42BE17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 Placeholder 12">
            <a:extLst>
              <a:ext uri="{FF2B5EF4-FFF2-40B4-BE49-F238E27FC236}">
                <a16:creationId xmlns:a16="http://schemas.microsoft.com/office/drawing/2014/main" id="{834AABF5-5B0F-2522-4E1D-2B1D84A9EF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6743" y="6364099"/>
            <a:ext cx="74788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2A7DA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Optional Footer Text  |</a:t>
            </a:r>
          </a:p>
        </p:txBody>
      </p:sp>
    </p:spTree>
    <p:extLst>
      <p:ext uri="{BB962C8B-B14F-4D97-AF65-F5344CB8AC3E}">
        <p14:creationId xmlns:p14="http://schemas.microsoft.com/office/powerpoint/2010/main" val="3484194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565E4-A4C8-3404-C205-64970006A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0"/>
            <a:ext cx="10972800" cy="1014609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4200" b="0" i="0" spc="-150">
                <a:solidFill>
                  <a:srgbClr val="152B56"/>
                </a:solidFill>
                <a:latin typeface="Inter Variable Thin" panose="02000503000000020004" pitchFamily="2" charset="0"/>
                <a:ea typeface="Inter Variable Thin" panose="02000503000000020004" pitchFamily="2" charset="0"/>
                <a:cs typeface="Inter Variable Thin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39DE4-C416-01D3-9203-250F97284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260774"/>
            <a:ext cx="10972799" cy="49114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None/>
              <a:defRPr sz="1800" b="0" i="0" spc="-80" baseline="0">
                <a:solidFill>
                  <a:srgbClr val="152B56"/>
                </a:solidFill>
                <a:latin typeface="Inter Variable Medium" panose="02000503000000020004" pitchFamily="2" charset="0"/>
                <a:ea typeface="Inter Variable Medium" panose="02000503000000020004" pitchFamily="2" charset="0"/>
                <a:cs typeface="Inter Variable Medium" panose="02000503000000020004" pitchFamily="2" charset="0"/>
              </a:defRPr>
            </a:lvl1pPr>
            <a:lvl2pPr marL="0" indent="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None/>
              <a:defRPr sz="1600" b="0" i="0" spc="-80" baseline="0">
                <a:solidFill>
                  <a:srgbClr val="2A7DA7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defRPr>
            </a:lvl2pPr>
            <a:lvl3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defRPr sz="1400" b="0" i="0" spc="-50" baseline="0">
                <a:solidFill>
                  <a:srgbClr val="2A7DA7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defRPr>
            </a:lvl3pPr>
            <a:lvl4pPr marL="799940" indent="-114277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System Font Regular"/>
              <a:buChar char="-"/>
              <a:defRPr sz="1200" b="0" i="0" spc="-50" baseline="0">
                <a:solidFill>
                  <a:srgbClr val="2A7DA7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defRPr>
            </a:lvl4pPr>
            <a:lvl5pPr marL="1028494" indent="-114277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System Font Regular"/>
              <a:buChar char="›"/>
              <a:defRPr sz="1100" b="0" i="0" spc="-50" baseline="0">
                <a:solidFill>
                  <a:srgbClr val="2A7DA7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2ABC86A-18B7-488D-BA2C-6467491D6A9F}"/>
              </a:ext>
            </a:extLst>
          </p:cNvPr>
          <p:cNvCxnSpPr>
            <a:cxnSpLocks/>
          </p:cNvCxnSpPr>
          <p:nvPr userDrawn="1"/>
        </p:nvCxnSpPr>
        <p:spPr>
          <a:xfrm flipH="1">
            <a:off x="926805" y="6356350"/>
            <a:ext cx="10803572" cy="0"/>
          </a:xfrm>
          <a:prstGeom prst="line">
            <a:avLst/>
          </a:prstGeom>
          <a:ln>
            <a:solidFill>
              <a:srgbClr val="2A7D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phic 17">
            <a:extLst>
              <a:ext uri="{FF2B5EF4-FFF2-40B4-BE49-F238E27FC236}">
                <a16:creationId xmlns:a16="http://schemas.microsoft.com/office/drawing/2014/main" id="{CECD938D-D0AA-A8CC-05CF-572C416AB6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7950" y="6266102"/>
            <a:ext cx="237775" cy="184194"/>
          </a:xfrm>
          <a:prstGeom prst="rect">
            <a:avLst/>
          </a:prstGeom>
        </p:spPr>
      </p:pic>
      <p:sp>
        <p:nvSpPr>
          <p:cNvPr id="22" name="Slide Number Placeholder 11">
            <a:extLst>
              <a:ext uri="{FF2B5EF4-FFF2-40B4-BE49-F238E27FC236}">
                <a16:creationId xmlns:a16="http://schemas.microsoft.com/office/drawing/2014/main" id="{D26528E0-7266-3716-9B27-8992F3EFD5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0986" y="6356350"/>
            <a:ext cx="229392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100">
                <a:solidFill>
                  <a:srgbClr val="2A7DA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289ED48-AF29-5A4D-91FC-18DA42BE17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12">
            <a:extLst>
              <a:ext uri="{FF2B5EF4-FFF2-40B4-BE49-F238E27FC236}">
                <a16:creationId xmlns:a16="http://schemas.microsoft.com/office/drawing/2014/main" id="{EC4BA1C4-41B4-6BBB-AB63-3F11610E7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6743" y="6364099"/>
            <a:ext cx="74788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2A7DA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Optional Footer Text  |</a:t>
            </a:r>
          </a:p>
        </p:txBody>
      </p:sp>
    </p:spTree>
    <p:extLst>
      <p:ext uri="{BB962C8B-B14F-4D97-AF65-F5344CB8AC3E}">
        <p14:creationId xmlns:p14="http://schemas.microsoft.com/office/powerpoint/2010/main" val="55599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39DE4-C416-01D3-9203-250F97284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60766"/>
            <a:ext cx="5440680" cy="4911433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1800" b="1" i="0" spc="-50" baseline="0">
                <a:solidFill>
                  <a:srgbClr val="152B56"/>
                </a:solidFill>
                <a:latin typeface="Inter Variable SemiBold" panose="02000503000000020004" pitchFamily="2" charset="0"/>
                <a:ea typeface="Inter Variable SemiBold" panose="02000503000000020004" pitchFamily="2" charset="0"/>
                <a:cs typeface="Inter Variable SemiBold" panose="02000503000000020004" pitchFamily="2" charset="0"/>
              </a:defRPr>
            </a:lvl1pPr>
            <a:lvl2pPr>
              <a:defRPr lang="en-US" sz="1600" b="0" i="0" spc="-80" baseline="0">
                <a:solidFill>
                  <a:srgbClr val="2A7DA7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defRPr>
            </a:lvl2pPr>
            <a:lvl3pPr>
              <a:defRPr lang="en-US" sz="1400" b="0" i="0" spc="-50" baseline="0">
                <a:solidFill>
                  <a:srgbClr val="2A7DA7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defRPr>
            </a:lvl3pPr>
            <a:lvl4pPr>
              <a:defRPr lang="en-US" sz="1200" b="0" i="0" spc="-50" baseline="0">
                <a:solidFill>
                  <a:srgbClr val="2A7DA7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defRPr>
            </a:lvl4pPr>
            <a:lvl5pPr>
              <a:defRPr lang="en-US" sz="1100" b="0" i="0">
                <a:solidFill>
                  <a:srgbClr val="2A7DA7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defRPr>
            </a:lvl5pPr>
          </a:lstStyle>
          <a:p>
            <a:pPr marL="0" lvl="0" indent="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Click to edit Master text styles</a:t>
            </a:r>
          </a:p>
          <a:p>
            <a:pPr marL="0" lvl="1" indent="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Second level</a:t>
            </a:r>
          </a:p>
          <a:p>
            <a:pPr lvl="2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System Font Regular"/>
              <a:buChar char="-"/>
            </a:pPr>
            <a:r>
              <a:rPr lang="en-US" dirty="0"/>
              <a:t>Fourth level</a:t>
            </a:r>
          </a:p>
          <a:p>
            <a:pPr lvl="4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System Font Regular"/>
              <a:buChar char="›"/>
            </a:pPr>
            <a:r>
              <a:rPr lang="en-US" dirty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2ABC86A-18B7-488D-BA2C-6467491D6A9F}"/>
              </a:ext>
            </a:extLst>
          </p:cNvPr>
          <p:cNvCxnSpPr>
            <a:cxnSpLocks/>
          </p:cNvCxnSpPr>
          <p:nvPr userDrawn="1"/>
        </p:nvCxnSpPr>
        <p:spPr>
          <a:xfrm flipH="1">
            <a:off x="926805" y="6356350"/>
            <a:ext cx="10803572" cy="0"/>
          </a:xfrm>
          <a:prstGeom prst="line">
            <a:avLst/>
          </a:prstGeom>
          <a:ln>
            <a:solidFill>
              <a:srgbClr val="2A7D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phic 17">
            <a:extLst>
              <a:ext uri="{FF2B5EF4-FFF2-40B4-BE49-F238E27FC236}">
                <a16:creationId xmlns:a16="http://schemas.microsoft.com/office/drawing/2014/main" id="{CECD938D-D0AA-A8CC-05CF-572C416AB6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7950" y="6266102"/>
            <a:ext cx="237775" cy="184194"/>
          </a:xfrm>
          <a:prstGeom prst="rect">
            <a:avLst/>
          </a:prstGeom>
        </p:spPr>
      </p:pic>
      <p:sp>
        <p:nvSpPr>
          <p:cNvPr id="5" name="Slide Number Placeholder 11">
            <a:extLst>
              <a:ext uri="{FF2B5EF4-FFF2-40B4-BE49-F238E27FC236}">
                <a16:creationId xmlns:a16="http://schemas.microsoft.com/office/drawing/2014/main" id="{FDCAF5DB-CA27-06AA-0355-68CA95E2C1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0986" y="6356350"/>
            <a:ext cx="229392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100">
                <a:solidFill>
                  <a:srgbClr val="2A7DA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289ED48-AF29-5A4D-91FC-18DA42BE17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12">
            <a:extLst>
              <a:ext uri="{FF2B5EF4-FFF2-40B4-BE49-F238E27FC236}">
                <a16:creationId xmlns:a16="http://schemas.microsoft.com/office/drawing/2014/main" id="{B1E892EA-F3A5-E82C-278B-F512628CF2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6743" y="6364099"/>
            <a:ext cx="74788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2A7DA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Optional Footer Text  |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91E83DE-FB7F-658C-1A1B-E95BB80379A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41720" y="1260766"/>
            <a:ext cx="5440680" cy="4911433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1800" b="1">
                <a:solidFill>
                  <a:srgbClr val="152B56"/>
                </a:solidFill>
                <a:cs typeface="Arial" panose="020B0604020202020204" pitchFamily="34" charset="0"/>
              </a:defRPr>
            </a:lvl1pPr>
            <a:lvl2pPr>
              <a:defRPr lang="en-US" sz="1600">
                <a:solidFill>
                  <a:srgbClr val="2A7DA7"/>
                </a:solidFill>
                <a:cs typeface="Arial" panose="020B0604020202020204" pitchFamily="34" charset="0"/>
              </a:defRPr>
            </a:lvl2pPr>
            <a:lvl3pPr>
              <a:defRPr lang="en-US" sz="1400">
                <a:solidFill>
                  <a:srgbClr val="2A7DA7"/>
                </a:solidFill>
                <a:cs typeface="Arial" panose="020B0604020202020204" pitchFamily="34" charset="0"/>
              </a:defRPr>
            </a:lvl3pPr>
            <a:lvl4pPr>
              <a:defRPr lang="en-US" sz="1200">
                <a:solidFill>
                  <a:srgbClr val="2A7DA7"/>
                </a:solidFill>
                <a:cs typeface="Arial" panose="020B0604020202020204" pitchFamily="34" charset="0"/>
              </a:defRPr>
            </a:lvl4pPr>
            <a:lvl5pPr>
              <a:defRPr lang="en-US" sz="1100">
                <a:solidFill>
                  <a:srgbClr val="2A7DA7"/>
                </a:solidFill>
                <a:cs typeface="Arial" panose="020B0604020202020204" pitchFamily="34" charset="0"/>
              </a:defRPr>
            </a:lvl5pPr>
          </a:lstStyle>
          <a:p>
            <a:pPr marL="0" lvl="0" indent="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Click to edit Master text styles</a:t>
            </a:r>
          </a:p>
          <a:p>
            <a:pPr marL="0" lvl="1" indent="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Second level</a:t>
            </a:r>
          </a:p>
          <a:p>
            <a:pPr lvl="2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System Font Regular"/>
              <a:buChar char="-"/>
            </a:pPr>
            <a:r>
              <a:rPr lang="en-US" dirty="0"/>
              <a:t>Fourth level</a:t>
            </a:r>
          </a:p>
          <a:p>
            <a:pPr lvl="4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System Font Regular"/>
              <a:buChar char="›"/>
            </a:pPr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845413-4328-50D0-A6C3-DA38B9D00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0"/>
            <a:ext cx="10972800" cy="1014609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4200" b="0" i="0" spc="-150">
                <a:solidFill>
                  <a:srgbClr val="152B56"/>
                </a:solidFill>
                <a:latin typeface="Inter Variable Thin" panose="02000503000000020004" pitchFamily="2" charset="0"/>
                <a:ea typeface="Inter Variable Thin" panose="02000503000000020004" pitchFamily="2" charset="0"/>
                <a:cs typeface="Inter Variable Thin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472139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id="{0944A815-E0ED-D84D-F1D3-36B561B392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0986" y="6356350"/>
            <a:ext cx="229392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100">
                <a:solidFill>
                  <a:srgbClr val="2A7DA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289ED48-AF29-5A4D-91FC-18DA42BE17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12">
            <a:extLst>
              <a:ext uri="{FF2B5EF4-FFF2-40B4-BE49-F238E27FC236}">
                <a16:creationId xmlns:a16="http://schemas.microsoft.com/office/drawing/2014/main" id="{A3E81BE3-1BDF-05BB-4455-B5A52FAC5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6743" y="6364099"/>
            <a:ext cx="74788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2A7DA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Optional Footer Text  |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2ABC86A-18B7-488D-BA2C-6467491D6A9F}"/>
              </a:ext>
            </a:extLst>
          </p:cNvPr>
          <p:cNvCxnSpPr>
            <a:cxnSpLocks/>
          </p:cNvCxnSpPr>
          <p:nvPr userDrawn="1"/>
        </p:nvCxnSpPr>
        <p:spPr>
          <a:xfrm flipH="1">
            <a:off x="926805" y="6356350"/>
            <a:ext cx="10803572" cy="0"/>
          </a:xfrm>
          <a:prstGeom prst="line">
            <a:avLst/>
          </a:prstGeom>
          <a:ln>
            <a:solidFill>
              <a:srgbClr val="2A7D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phic 17">
            <a:extLst>
              <a:ext uri="{FF2B5EF4-FFF2-40B4-BE49-F238E27FC236}">
                <a16:creationId xmlns:a16="http://schemas.microsoft.com/office/drawing/2014/main" id="{CECD938D-D0AA-A8CC-05CF-572C416AB6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7950" y="6266102"/>
            <a:ext cx="237775" cy="184194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B38A126-29A4-F9EF-F0C2-E34D1D4120A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1275878"/>
            <a:ext cx="6096000" cy="49899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rgbClr val="606C82"/>
                </a:solidFill>
              </a:defRPr>
            </a:lvl1pPr>
          </a:lstStyle>
          <a:p>
            <a:r>
              <a:rPr lang="en-US"/>
              <a:t>Picture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B160237-057B-4F7D-4F19-AF5DC9E23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60766"/>
            <a:ext cx="5440680" cy="4911433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1800" b="1" i="0" spc="-50" baseline="0">
                <a:solidFill>
                  <a:srgbClr val="152B56"/>
                </a:solidFill>
                <a:latin typeface="Inter Variable SemiBold" panose="02000503000000020004" pitchFamily="2" charset="0"/>
                <a:ea typeface="Inter Variable SemiBold" panose="02000503000000020004" pitchFamily="2" charset="0"/>
                <a:cs typeface="Inter Variable SemiBold" panose="02000503000000020004" pitchFamily="2" charset="0"/>
              </a:defRPr>
            </a:lvl1pPr>
            <a:lvl2pPr>
              <a:defRPr lang="en-US" sz="1600" b="0" i="0" spc="-80" baseline="0">
                <a:solidFill>
                  <a:srgbClr val="2A7DA7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defRPr>
            </a:lvl2pPr>
            <a:lvl3pPr>
              <a:defRPr lang="en-US" sz="1400" b="0" i="0" spc="-50" baseline="0">
                <a:solidFill>
                  <a:srgbClr val="2A7DA7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defRPr>
            </a:lvl3pPr>
            <a:lvl4pPr>
              <a:defRPr lang="en-US" sz="1200" b="0" i="0" spc="-50" baseline="0">
                <a:solidFill>
                  <a:srgbClr val="2A7DA7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defRPr>
            </a:lvl4pPr>
            <a:lvl5pPr>
              <a:defRPr lang="en-US" sz="1100" b="0" i="0">
                <a:solidFill>
                  <a:srgbClr val="2A7DA7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defRPr>
            </a:lvl5pPr>
          </a:lstStyle>
          <a:p>
            <a:pPr marL="0" lvl="0" indent="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Click to edit Master text styles</a:t>
            </a:r>
          </a:p>
          <a:p>
            <a:pPr marL="0" lvl="1" indent="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Second level</a:t>
            </a:r>
          </a:p>
          <a:p>
            <a:pPr lvl="2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System Font Regular"/>
              <a:buChar char="-"/>
            </a:pPr>
            <a:r>
              <a:rPr lang="en-US" dirty="0"/>
              <a:t>Fourth level</a:t>
            </a:r>
          </a:p>
          <a:p>
            <a:pPr lvl="4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System Font Regular"/>
              <a:buChar char="›"/>
            </a:pPr>
            <a:r>
              <a:rPr lang="en-US" dirty="0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AEC1DD6-8FC8-4AC2-5155-3F55DC1B0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0"/>
            <a:ext cx="10972800" cy="1014609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4200" b="0" i="0" spc="-150">
                <a:solidFill>
                  <a:srgbClr val="152B56"/>
                </a:solidFill>
                <a:latin typeface="Inter Variable Thin" panose="02000503000000020004" pitchFamily="2" charset="0"/>
                <a:ea typeface="Inter Variable Thin" panose="02000503000000020004" pitchFamily="2" charset="0"/>
                <a:cs typeface="Inter Variable Thin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69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Oth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2ABC86A-18B7-488D-BA2C-6467491D6A9F}"/>
              </a:ext>
            </a:extLst>
          </p:cNvPr>
          <p:cNvCxnSpPr>
            <a:cxnSpLocks/>
          </p:cNvCxnSpPr>
          <p:nvPr userDrawn="1"/>
        </p:nvCxnSpPr>
        <p:spPr>
          <a:xfrm flipH="1">
            <a:off x="926805" y="6356350"/>
            <a:ext cx="10803572" cy="0"/>
          </a:xfrm>
          <a:prstGeom prst="line">
            <a:avLst/>
          </a:prstGeom>
          <a:ln>
            <a:solidFill>
              <a:srgbClr val="2A7D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phic 17">
            <a:extLst>
              <a:ext uri="{FF2B5EF4-FFF2-40B4-BE49-F238E27FC236}">
                <a16:creationId xmlns:a16="http://schemas.microsoft.com/office/drawing/2014/main" id="{CECD938D-D0AA-A8CC-05CF-572C416AB6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7950" y="6266102"/>
            <a:ext cx="237775" cy="184194"/>
          </a:xfrm>
          <a:prstGeom prst="rect">
            <a:avLst/>
          </a:prstGeom>
        </p:spPr>
      </p:pic>
      <p:sp>
        <p:nvSpPr>
          <p:cNvPr id="5" name="Slide Number Placeholder 11">
            <a:extLst>
              <a:ext uri="{FF2B5EF4-FFF2-40B4-BE49-F238E27FC236}">
                <a16:creationId xmlns:a16="http://schemas.microsoft.com/office/drawing/2014/main" id="{004F36B7-8391-7F44-F3B0-51B3024C29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0986" y="6356350"/>
            <a:ext cx="229392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100">
                <a:solidFill>
                  <a:srgbClr val="2A7DA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289ED48-AF29-5A4D-91FC-18DA42BE17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12">
            <a:extLst>
              <a:ext uri="{FF2B5EF4-FFF2-40B4-BE49-F238E27FC236}">
                <a16:creationId xmlns:a16="http://schemas.microsoft.com/office/drawing/2014/main" id="{91CB94D2-3F6C-7607-0655-1A2FC81C9D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6743" y="6364099"/>
            <a:ext cx="74788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2A7DA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Optional Footer Text  |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E4A34C-20F6-4832-ACA1-1D17C2607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0"/>
            <a:ext cx="10972800" cy="1014609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4200" b="0" i="0" spc="-150">
                <a:solidFill>
                  <a:srgbClr val="152B56"/>
                </a:solidFill>
                <a:latin typeface="Inter Variable Thin" panose="02000503000000020004" pitchFamily="2" charset="0"/>
                <a:ea typeface="Inter Variable Thin" panose="02000503000000020004" pitchFamily="2" charset="0"/>
                <a:cs typeface="Inter Variable Thin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7378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jp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0547F"/>
            </a:gs>
            <a:gs pos="10000">
              <a:srgbClr val="1C4570"/>
            </a:gs>
            <a:gs pos="33000">
              <a:srgbClr val="152B56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blobImage">
            <a:extLst>
              <a:ext uri="{FF2B5EF4-FFF2-40B4-BE49-F238E27FC236}">
                <a16:creationId xmlns:a16="http://schemas.microsoft.com/office/drawing/2014/main" id="{69E8FECE-9049-08FA-8B31-C27B41D12DE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936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68" r:id="rId3"/>
    <p:sldLayoutId id="2147483667" r:id="rId4"/>
  </p:sldLayoutIdLst>
  <p:hf hdr="0" ftr="0" dt="0"/>
  <p:txStyles>
    <p:titleStyle>
      <a:lvl1pPr algn="ctr" defTabSz="609508" rtl="0" eaLnBrk="1" latinLnBrk="0" hangingPunct="1">
        <a:spcBef>
          <a:spcPct val="0"/>
        </a:spcBef>
        <a:buNone/>
        <a:defRPr sz="2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65" indent="-228565" algn="l" defTabSz="609508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226" indent="-190472" algn="l" defTabSz="609508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1886" indent="-152378" algn="l" defTabSz="609508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640" indent="-152378" algn="l" defTabSz="609508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395" indent="-152378" algn="l" defTabSz="609508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149" indent="-152378" algn="l" defTabSz="609508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0903" indent="-152378" algn="l" defTabSz="609508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5657" indent="-152378" algn="l" defTabSz="609508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412" indent="-152378" algn="l" defTabSz="609508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0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754" algn="l" defTabSz="60950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508" algn="l" defTabSz="60950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263" algn="l" defTabSz="60950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017" algn="l" defTabSz="60950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3771" algn="l" defTabSz="60950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525" algn="l" defTabSz="60950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280" algn="l" defTabSz="60950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034" algn="l" defTabSz="60950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F26B43"/>
          </p15:clr>
        </p15:guide>
        <p15:guide id="2" orient="horz" pos="432" userDrawn="1">
          <p15:clr>
            <a:srgbClr val="F26B43"/>
          </p15:clr>
        </p15:guide>
        <p15:guide id="6" pos="7296" userDrawn="1">
          <p15:clr>
            <a:srgbClr val="F26B43"/>
          </p15:clr>
        </p15:guide>
        <p15:guide id="7" orient="horz" pos="388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blobImage">
            <a:extLst>
              <a:ext uri="{FF2B5EF4-FFF2-40B4-BE49-F238E27FC236}">
                <a16:creationId xmlns:a16="http://schemas.microsoft.com/office/drawing/2014/main" id="{B3BEA9E9-79B7-A72B-ADBB-F005BD86D5F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4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417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7" r:id="rId2"/>
    <p:sldLayoutId id="2147483697" r:id="rId3"/>
    <p:sldLayoutId id="2147483704" r:id="rId4"/>
  </p:sldLayoutIdLst>
  <p:hf hdr="0" ftr="0" dt="0"/>
  <p:txStyles>
    <p:titleStyle>
      <a:lvl1pPr algn="l" defTabSz="609508" rtl="0" eaLnBrk="1" latinLnBrk="0" hangingPunct="1">
        <a:spcBef>
          <a:spcPct val="0"/>
        </a:spcBef>
        <a:buNone/>
        <a:defRPr sz="4499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65" indent="-228565" algn="l" defTabSz="609508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226" indent="-190472" algn="l" defTabSz="609508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1886" indent="-152378" algn="l" defTabSz="609508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640" indent="-152378" algn="l" defTabSz="609508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395" indent="-152378" algn="l" defTabSz="609508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149" indent="-152378" algn="l" defTabSz="609508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0903" indent="-152378" algn="l" defTabSz="609508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5657" indent="-152378" algn="l" defTabSz="609508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412" indent="-152378" algn="l" defTabSz="609508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0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754" algn="l" defTabSz="60950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508" algn="l" defTabSz="60950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263" algn="l" defTabSz="60950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017" algn="l" defTabSz="60950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3771" algn="l" defTabSz="60950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525" algn="l" defTabSz="60950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280" algn="l" defTabSz="60950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034" algn="l" defTabSz="60950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F26B43"/>
          </p15:clr>
        </p15:guide>
        <p15:guide id="2" orient="horz" pos="432" userDrawn="1">
          <p15:clr>
            <a:srgbClr val="F26B43"/>
          </p15:clr>
        </p15:guide>
        <p15:guide id="4" orient="horz" pos="3888" userDrawn="1">
          <p15:clr>
            <a:srgbClr val="F26B43"/>
          </p15:clr>
        </p15:guide>
        <p15:guide id="6" pos="7296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1">
            <a:extLst>
              <a:ext uri="{FF2B5EF4-FFF2-40B4-BE49-F238E27FC236}">
                <a16:creationId xmlns:a16="http://schemas.microsoft.com/office/drawing/2014/main" id="{94D6C343-FD09-A8FC-FAF8-A68927F9D6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0986" y="6356350"/>
            <a:ext cx="229392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rgbClr val="2A7DA7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defRPr>
            </a:lvl1pPr>
          </a:lstStyle>
          <a:p>
            <a:fld id="{9289ED48-AF29-5A4D-91FC-18DA42BE1743}" type="slidenum">
              <a:rPr lang="en-US" smtClean="0"/>
              <a:pPr/>
              <a:t>‹#›</a:t>
            </a:fld>
            <a:endParaRPr lang="en-US" sz="900" dirty="0"/>
          </a:p>
        </p:txBody>
      </p:sp>
      <p:sp>
        <p:nvSpPr>
          <p:cNvPr id="15" name="Footer Placeholder 12">
            <a:extLst>
              <a:ext uri="{FF2B5EF4-FFF2-40B4-BE49-F238E27FC236}">
                <a16:creationId xmlns:a16="http://schemas.microsoft.com/office/drawing/2014/main" id="{E554A50C-F8B3-9F69-C90D-62554329CC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6743" y="6364099"/>
            <a:ext cx="74788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rgbClr val="2A7DA7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defRPr>
            </a:lvl1pPr>
          </a:lstStyle>
          <a:p>
            <a:r>
              <a:rPr lang="en-US" dirty="0"/>
              <a:t>Optional Footer Text  |</a:t>
            </a:r>
            <a:endParaRPr lang="en-US" dirty="0">
              <a:latin typeface="Inter Variable" panose="02000503000000020004" pitchFamily="2" charset="0"/>
              <a:ea typeface="Inter Variable" panose="02000503000000020004" pitchFamily="2" charset="0"/>
              <a:cs typeface="Inter Variabl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457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5" r:id="rId3"/>
    <p:sldLayoutId id="2147483706" r:id="rId4"/>
    <p:sldLayoutId id="2147483703" r:id="rId5"/>
  </p:sldLayoutIdLst>
  <p:hf hdr="0" ftr="0" dt="0"/>
  <p:txStyles>
    <p:titleStyle>
      <a:lvl1pPr algn="l" defTabSz="45710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77" indent="-114277" algn="l" defTabSz="4571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31" indent="-114277" algn="l" defTabSz="457109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86" indent="-114277" algn="l" defTabSz="457109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99940" indent="-114277" algn="l" defTabSz="457109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494" indent="-114277" algn="l" defTabSz="457109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049" indent="-114277" algn="l" defTabSz="457109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603" indent="-114277" algn="l" defTabSz="457109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157" indent="-114277" algn="l" defTabSz="457109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711" indent="-114277" algn="l" defTabSz="457109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5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09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63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217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771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326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88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43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pos="384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orient="horz" pos="3888" userDrawn="1">
          <p15:clr>
            <a:srgbClr val="F26B43"/>
          </p15:clr>
        </p15:guide>
        <p15:guide id="6" orient="horz" pos="1008" userDrawn="1">
          <p15:clr>
            <a:srgbClr val="F26B43"/>
          </p15:clr>
        </p15:guide>
        <p15:guide id="7" orient="horz" pos="24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E7625E9-B08C-0444-76D1-E4D742444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Inter Variable Thin" panose="02000503000000020004" pitchFamily="2" charset="0"/>
                <a:ea typeface="Inter Variable Thin" panose="02000503000000020004" pitchFamily="2" charset="0"/>
                <a:cs typeface="Inter Variable Thin" panose="02000503000000020004" pitchFamily="2" charset="0"/>
              </a:rPr>
              <a:t>Sample Title</a:t>
            </a:r>
          </a:p>
        </p:txBody>
      </p:sp>
    </p:spTree>
    <p:extLst>
      <p:ext uri="{BB962C8B-B14F-4D97-AF65-F5344CB8AC3E}">
        <p14:creationId xmlns:p14="http://schemas.microsoft.com/office/powerpoint/2010/main" val="261943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E819D-A1FB-41FE-F77E-6BB3410D15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>
              <a:latin typeface="Inter Variable Thin" panose="02000503000000020004" pitchFamily="2" charset="0"/>
              <a:ea typeface="Inter Variable Thin" panose="02000503000000020004" pitchFamily="2" charset="0"/>
              <a:cs typeface="Inter Variable Thin" panose="02000503000000020004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191FF3-D2A3-4B75-44B1-08CF97D721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sz="1400" dirty="0">
              <a:latin typeface="Inter Variable" panose="02000503000000020004" pitchFamily="2" charset="0"/>
              <a:ea typeface="Inter Variable" panose="02000503000000020004" pitchFamily="2" charset="0"/>
              <a:cs typeface="Inter Variable" panose="02000503000000020004" pitchFamily="2" charset="0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CE4C8329-C450-EE93-DA39-D860C8D4C19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5556" r="5556"/>
          <a:stretch/>
        </p:blipFill>
        <p:spPr>
          <a:xfrm>
            <a:off x="1" y="0"/>
            <a:ext cx="6096000" cy="6858000"/>
          </a:xfrm>
          <a:prstGeom prst="rect">
            <a:avLst/>
          </a:prstGeom>
          <a:solidFill>
            <a:srgbClr val="FFFFFF">
              <a:lumMod val="95000"/>
            </a:srgbClr>
          </a:solidFill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65C04E-E730-0E54-E9FA-136D0AEA08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289ED48-AF29-5A4D-91FC-18DA42BE174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CED3B6-B638-BFF8-CBA9-8562FBD1E40A}"/>
              </a:ext>
            </a:extLst>
          </p:cNvPr>
          <p:cNvSpPr txBox="1"/>
          <p:nvPr/>
        </p:nvSpPr>
        <p:spPr>
          <a:xfrm>
            <a:off x="849465" y="938254"/>
            <a:ext cx="43970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Inter Variable Thin" panose="02000503000000020004" pitchFamily="2" charset="0"/>
                <a:ea typeface="Inter Variable Thin" panose="02000503000000020004" pitchFamily="2" charset="0"/>
                <a:cs typeface="Inter Variable Thin" panose="02000503000000020004" pitchFamily="2" charset="0"/>
              </a:rPr>
              <a:t>Sophisticated wealth building, simplified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058DE37-98D4-4D32-9557-C81B0B13E8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81082" y="469727"/>
            <a:ext cx="333838" cy="25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555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CD3C75-5B01-EE23-D64B-0E72B4518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279" y="1963171"/>
            <a:ext cx="7553375" cy="968828"/>
          </a:xfrm>
        </p:spPr>
        <p:txBody>
          <a:bodyPr/>
          <a:lstStyle/>
          <a:p>
            <a:r>
              <a:rPr lang="en-US" dirty="0">
                <a:latin typeface="Inter Variable Thin" panose="02000503000000020004" pitchFamily="2" charset="0"/>
                <a:ea typeface="Inter Variable Thin" panose="02000503000000020004" pitchFamily="2" charset="0"/>
                <a:cs typeface="Inter Variable Thin" panose="02000503000000020004" pitchFamily="2" charset="0"/>
              </a:rPr>
              <a:t>Section break slide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53867C6-92A4-FBFB-4499-F1ACBDB94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7953" y="2961725"/>
            <a:ext cx="7553701" cy="2702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rPr>
              <a:t>Optional text if you need to elaborate about this section</a:t>
            </a:r>
          </a:p>
        </p:txBody>
      </p:sp>
    </p:spTree>
    <p:extLst>
      <p:ext uri="{BB962C8B-B14F-4D97-AF65-F5344CB8AC3E}">
        <p14:creationId xmlns:p14="http://schemas.microsoft.com/office/powerpoint/2010/main" val="3375875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868DB90B-CE07-F310-E49D-B8EBCFD82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279" y="1963171"/>
            <a:ext cx="10280559" cy="968828"/>
          </a:xfrm>
        </p:spPr>
        <p:txBody>
          <a:bodyPr/>
          <a:lstStyle/>
          <a:p>
            <a:r>
              <a:rPr lang="en-US" dirty="0">
                <a:latin typeface="Inter Variable Thin" panose="02000503000000020004" pitchFamily="2" charset="0"/>
                <a:ea typeface="Inter Variable Thin" panose="02000503000000020004" pitchFamily="2" charset="0"/>
                <a:cs typeface="Inter Variable Thin" panose="02000503000000020004" pitchFamily="2" charset="0"/>
              </a:rPr>
              <a:t>Section break slide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A320CEA-1791-8857-1EF5-E2EDECE22385}"/>
              </a:ext>
            </a:extLst>
          </p:cNvPr>
          <p:cNvSpPr txBox="1">
            <a:spLocks/>
          </p:cNvSpPr>
          <p:nvPr/>
        </p:nvSpPr>
        <p:spPr>
          <a:xfrm>
            <a:off x="1297953" y="2961725"/>
            <a:ext cx="7553701" cy="270258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609508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95226" indent="-190472" algn="l" defTabSz="60950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886" indent="-152378" algn="l" defTabSz="60950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640" indent="-152378" algn="l" defTabSz="60950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395" indent="-152378" algn="l" defTabSz="60950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149" indent="-152378" algn="l" defTabSz="60950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0903" indent="-152378" algn="l" defTabSz="60950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5657" indent="-152378" algn="l" defTabSz="60950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412" indent="-152378" algn="l" defTabSz="60950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rPr>
              <a:t>Optional text if you need to elaborate about this section</a:t>
            </a:r>
          </a:p>
        </p:txBody>
      </p:sp>
    </p:spTree>
    <p:extLst>
      <p:ext uri="{BB962C8B-B14F-4D97-AF65-F5344CB8AC3E}">
        <p14:creationId xmlns:p14="http://schemas.microsoft.com/office/powerpoint/2010/main" val="2079404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4F379-B0FC-9073-D768-87BA9777B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280" y="2048897"/>
            <a:ext cx="4500770" cy="3622559"/>
          </a:xfrm>
        </p:spPr>
        <p:txBody>
          <a:bodyPr/>
          <a:lstStyle/>
          <a:p>
            <a:r>
              <a:rPr lang="en-US" dirty="0">
                <a:latin typeface="Inter Variable Thin" panose="02000503000000020004" pitchFamily="2" charset="0"/>
                <a:ea typeface="Inter Variable Thin" panose="02000503000000020004" pitchFamily="2" charset="0"/>
                <a:cs typeface="Inter Variable Thin" panose="02000503000000020004" pitchFamily="2" charset="0"/>
              </a:rPr>
              <a:t>Sample statement on a statement slide.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C1FB63E-74FD-C1F6-FE95-0A87A91863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70602" y="2150269"/>
            <a:ext cx="4500770" cy="3521188"/>
          </a:xfrm>
        </p:spPr>
        <p:txBody>
          <a:bodyPr/>
          <a:lstStyle/>
          <a:p>
            <a:r>
              <a:rPr lang="en-US" dirty="0"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rPr>
              <a:t>Supporting text about the statement, if you need to elaborate about this topic. This will autohide if empty.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06F6C-46D4-8434-BA93-16288E339E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5554" y="6356350"/>
            <a:ext cx="484824" cy="365125"/>
          </a:xfrm>
        </p:spPr>
        <p:txBody>
          <a:bodyPr/>
          <a:lstStyle/>
          <a:p>
            <a:fld id="{9289ED48-AF29-5A4D-91FC-18DA42BE174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09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A5A3FF-0D49-B2AD-56CC-7C6209CC4D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3CCBCD-7B6F-F945-D1A2-EA23A2C25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64C65B5-A36D-389F-FD7D-589B7C2F87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34870" y="4170796"/>
            <a:ext cx="856302" cy="8334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A458EA9-D729-848C-3BC9-7CC144027E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04630" y="1435908"/>
            <a:ext cx="856302" cy="83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653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631B2-9C42-E5D2-09FD-2BB2FF2CD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Sample Title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CB29D-260A-FE49-A0F9-AB227D58B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0" tIns="0" rIns="0" bIns="0" anchor="t"/>
          <a:lstStyle/>
          <a:p>
            <a:r>
              <a:rPr lang="en-US" dirty="0"/>
              <a:t>Subhead is level 1(use indent, Ctrl-brackets [ ] to adjust)</a:t>
            </a:r>
          </a:p>
          <a:p>
            <a:pPr lvl="1"/>
            <a:r>
              <a:rPr lang="en-US" dirty="0"/>
              <a:t>Body text here at level 2</a:t>
            </a:r>
          </a:p>
          <a:p>
            <a:pPr lvl="2"/>
            <a:r>
              <a:rPr lang="en-US" dirty="0"/>
              <a:t>Bullet here at level 3</a:t>
            </a:r>
          </a:p>
          <a:p>
            <a:pPr lvl="3"/>
            <a:r>
              <a:rPr lang="en-US" dirty="0"/>
              <a:t>Sub-bullet at level 4</a:t>
            </a:r>
          </a:p>
          <a:p>
            <a:pPr lvl="4"/>
            <a:r>
              <a:rPr lang="en-US" dirty="0"/>
              <a:t>Final sub-bullet at level 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BBFD4-CEE0-B435-C2B6-D4B165284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289ED48-AF29-5A4D-91FC-18DA42BE174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856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EF554-12A0-442A-20B6-405A6C96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E076A-248B-2120-1C26-7C41B15D7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46165"/>
            <a:ext cx="10972800" cy="1014609"/>
          </a:xfrm>
        </p:spPr>
        <p:txBody>
          <a:bodyPr anchor="b"/>
          <a:lstStyle/>
          <a:p>
            <a:r>
              <a:rPr lang="en-US" sz="3600" dirty="0"/>
              <a:t>When a slide title has more than one line of text then use this template.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12745-63BD-9F18-B9CE-29D2CCC52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379914"/>
            <a:ext cx="10972799" cy="4792284"/>
          </a:xfrm>
        </p:spPr>
        <p:txBody>
          <a:bodyPr lIns="0" tIns="0" rIns="0" bIns="0" anchor="t"/>
          <a:lstStyle/>
          <a:p>
            <a:r>
              <a:rPr lang="en-US" dirty="0"/>
              <a:t>Subhead is level 1 (use indent, Ctrl-brackets [ ] to adjust)</a:t>
            </a:r>
          </a:p>
          <a:p>
            <a:pPr lvl="1"/>
            <a:r>
              <a:rPr lang="en-US" dirty="0"/>
              <a:t>Body text here at level 2</a:t>
            </a:r>
          </a:p>
          <a:p>
            <a:pPr lvl="2"/>
            <a:r>
              <a:rPr lang="en-US" dirty="0"/>
              <a:t>Bullet here at level 3</a:t>
            </a:r>
          </a:p>
          <a:p>
            <a:pPr lvl="3"/>
            <a:r>
              <a:rPr lang="en-US" dirty="0"/>
              <a:t>Sub-bullet at level 4</a:t>
            </a:r>
          </a:p>
          <a:p>
            <a:pPr lvl="4"/>
            <a:r>
              <a:rPr lang="en-US" dirty="0"/>
              <a:t>Final sub-bullet at level 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4725A-51A1-8479-5339-6CCA86827F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289ED48-AF29-5A4D-91FC-18DA42BE174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170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751DA-2B45-A595-7302-8E73330AE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AE270-286E-96B1-BF76-BB0E0866D2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289ED48-AF29-5A4D-91FC-18DA42BE174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136598-BBC6-893A-0C1B-D8CC1769D6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6DA951C-24F4-982E-488D-ACEA66C5C544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dirty="0"/>
              <a:t>Level 1</a:t>
            </a:r>
          </a:p>
          <a:p>
            <a:pPr lvl="1"/>
            <a:r>
              <a:rPr lang="en-US" dirty="0"/>
              <a:t>L2</a:t>
            </a:r>
          </a:p>
          <a:p>
            <a:pPr lvl="2"/>
            <a:r>
              <a:rPr lang="en-US" dirty="0"/>
              <a:t>L3</a:t>
            </a:r>
          </a:p>
          <a:p>
            <a:pPr lvl="3"/>
            <a:r>
              <a:rPr lang="en-US" dirty="0"/>
              <a:t>L4</a:t>
            </a:r>
          </a:p>
          <a:p>
            <a:pPr lvl="4"/>
            <a:r>
              <a:rPr lang="en-US" dirty="0"/>
              <a:t>L5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264D22-8377-DF4F-743E-F4C537F1855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b"/>
          <a:lstStyle/>
          <a:p>
            <a:r>
              <a:rPr lang="en-US"/>
              <a:t>Sample Title Text</a:t>
            </a:r>
          </a:p>
        </p:txBody>
      </p:sp>
    </p:spTree>
    <p:extLst>
      <p:ext uri="{BB962C8B-B14F-4D97-AF65-F5344CB8AC3E}">
        <p14:creationId xmlns:p14="http://schemas.microsoft.com/office/powerpoint/2010/main" val="1329798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C0144-D020-6324-6A97-C789A527E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6B3C1D-0612-5358-ECE9-3C5E3765F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289ED48-AF29-5A4D-91FC-18DA42BE174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1C6EB9-E8D8-9F0B-DBA1-E81748D19AC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275878"/>
            <a:ext cx="6096000" cy="498998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9197D84-8AB0-C5AD-B79B-22125C40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3374" y="1260766"/>
            <a:ext cx="5440680" cy="491143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dirty="0"/>
              <a:t>Level 1</a:t>
            </a:r>
          </a:p>
          <a:p>
            <a:pPr lvl="1"/>
            <a:r>
              <a:rPr lang="en-US" dirty="0"/>
              <a:t>L2</a:t>
            </a:r>
          </a:p>
          <a:p>
            <a:pPr lvl="2"/>
            <a:r>
              <a:rPr lang="en-US" dirty="0"/>
              <a:t>L3</a:t>
            </a:r>
          </a:p>
          <a:p>
            <a:pPr lvl="3"/>
            <a:r>
              <a:rPr lang="en-US" dirty="0"/>
              <a:t>L4</a:t>
            </a:r>
          </a:p>
          <a:p>
            <a:pPr lvl="4"/>
            <a:r>
              <a:rPr lang="en-US" dirty="0"/>
              <a:t>L5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D92F92-2C15-FC6C-6314-ACE01C8164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b"/>
          <a:lstStyle/>
          <a:p>
            <a:r>
              <a:rPr lang="en-US"/>
              <a:t>Sample Title Text</a:t>
            </a:r>
          </a:p>
        </p:txBody>
      </p:sp>
    </p:spTree>
    <p:extLst>
      <p:ext uri="{BB962C8B-B14F-4D97-AF65-F5344CB8AC3E}">
        <p14:creationId xmlns:p14="http://schemas.microsoft.com/office/powerpoint/2010/main" val="533118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B171A-DDBB-2AB8-591F-FC6C0D28A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50381-D2D1-5CC9-27B8-2A2775AE0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289ED48-AF29-5A4D-91FC-18DA42BE174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6D4C566-975C-4F56-817C-08F1266B63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1243A48-3C68-01FE-5D80-7E9121855F3B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Level 1</a:t>
            </a:r>
          </a:p>
          <a:p>
            <a:pPr lvl="1"/>
            <a:r>
              <a:rPr lang="en-US" dirty="0"/>
              <a:t>L2</a:t>
            </a:r>
          </a:p>
          <a:p>
            <a:pPr lvl="2"/>
            <a:r>
              <a:rPr lang="en-US" dirty="0"/>
              <a:t>L3</a:t>
            </a:r>
          </a:p>
          <a:p>
            <a:pPr lvl="3"/>
            <a:r>
              <a:rPr lang="en-US" dirty="0"/>
              <a:t>L4</a:t>
            </a:r>
          </a:p>
          <a:p>
            <a:pPr lvl="4"/>
            <a:r>
              <a:rPr lang="en-US" dirty="0"/>
              <a:t>L5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7767A31-A40C-EA41-DFFC-FAB37333C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124585"/>
            <a:ext cx="10972800" cy="1014609"/>
          </a:xfrm>
          <a:prstGeom prst="rect">
            <a:avLst/>
          </a:prstGeom>
        </p:spPr>
        <p:txBody>
          <a:bodyPr anchor="b"/>
          <a:lstStyle/>
          <a:p>
            <a:r>
              <a:rPr lang="en-US" sz="3600" dirty="0"/>
              <a:t>When a slide title has more than one line of text then use this template. </a:t>
            </a:r>
          </a:p>
        </p:txBody>
      </p:sp>
    </p:spTree>
    <p:extLst>
      <p:ext uri="{BB962C8B-B14F-4D97-AF65-F5344CB8AC3E}">
        <p14:creationId xmlns:p14="http://schemas.microsoft.com/office/powerpoint/2010/main" val="2169786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CCF978E5-A2AF-887F-47C9-34CFF617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289ED48-AF29-5A4D-91FC-18DA42BE174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528706-206E-0562-41B2-4B3FF30C1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0"/>
            <a:ext cx="10972800" cy="101460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Bar Chart Sample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EB0877D-C7A4-0B05-DC61-3C3656F21981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81906226"/>
              </p:ext>
            </p:extLst>
          </p:nvPr>
        </p:nvGraphicFramePr>
        <p:xfrm>
          <a:off x="609601" y="1600200"/>
          <a:ext cx="10972518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30156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18F2F09-66E6-CF9F-343C-ECA9992734B6}"/>
              </a:ext>
            </a:extLst>
          </p:cNvPr>
          <p:cNvSpPr/>
          <p:nvPr/>
        </p:nvSpPr>
        <p:spPr>
          <a:xfrm>
            <a:off x="5557114" y="3163887"/>
            <a:ext cx="449998" cy="614487"/>
          </a:xfrm>
          <a:prstGeom prst="roundRect">
            <a:avLst/>
          </a:prstGeom>
          <a:solidFill>
            <a:srgbClr val="2A7D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F6D22A0-0ED2-89AD-6566-EFA39D1F030E}"/>
              </a:ext>
            </a:extLst>
          </p:cNvPr>
          <p:cNvSpPr/>
          <p:nvPr/>
        </p:nvSpPr>
        <p:spPr>
          <a:xfrm>
            <a:off x="5557114" y="4746017"/>
            <a:ext cx="449998" cy="614487"/>
          </a:xfrm>
          <a:prstGeom prst="roundRect">
            <a:avLst/>
          </a:prstGeom>
          <a:solidFill>
            <a:srgbClr val="152B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7BCBCA1-5A21-38F0-1DC9-A213D7DDF08B}"/>
              </a:ext>
            </a:extLst>
          </p:cNvPr>
          <p:cNvSpPr/>
          <p:nvPr/>
        </p:nvSpPr>
        <p:spPr>
          <a:xfrm>
            <a:off x="5557114" y="5540371"/>
            <a:ext cx="449998" cy="614487"/>
          </a:xfrm>
          <a:prstGeom prst="roundRect">
            <a:avLst/>
          </a:prstGeom>
          <a:solidFill>
            <a:srgbClr val="606C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9C8D8AC-9258-40B2-72E4-C74E6761E3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0207493"/>
              </p:ext>
            </p:extLst>
          </p:nvPr>
        </p:nvGraphicFramePr>
        <p:xfrm>
          <a:off x="609600" y="1600200"/>
          <a:ext cx="5440363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7E22-6706-5CBD-10ED-8254923DB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289ED48-AF29-5A4D-91FC-18DA42BE174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FB4CC2-4322-221D-4DD9-B766E149A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0"/>
            <a:ext cx="10972800" cy="101460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Pie Chart Sample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A92D82A-4115-4F89-AF87-185C4F91A554}"/>
              </a:ext>
            </a:extLst>
          </p:cNvPr>
          <p:cNvSpPr/>
          <p:nvPr/>
        </p:nvSpPr>
        <p:spPr>
          <a:xfrm>
            <a:off x="5557114" y="3951663"/>
            <a:ext cx="449998" cy="614487"/>
          </a:xfrm>
          <a:prstGeom prst="roundRect">
            <a:avLst/>
          </a:prstGeom>
          <a:solidFill>
            <a:srgbClr val="335A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EEA5565-022E-02B9-DF99-DCBECE4D1489}"/>
              </a:ext>
            </a:extLst>
          </p:cNvPr>
          <p:cNvSpPr/>
          <p:nvPr/>
        </p:nvSpPr>
        <p:spPr>
          <a:xfrm>
            <a:off x="5557114" y="2362955"/>
            <a:ext cx="449998" cy="614487"/>
          </a:xfrm>
          <a:prstGeom prst="roundRect">
            <a:avLst/>
          </a:prstGeom>
          <a:solidFill>
            <a:srgbClr val="64B1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EBC0CE1-E477-5AE0-51C0-80BFB3E4BC26}"/>
              </a:ext>
            </a:extLst>
          </p:cNvPr>
          <p:cNvSpPr/>
          <p:nvPr/>
        </p:nvSpPr>
        <p:spPr>
          <a:xfrm>
            <a:off x="5557114" y="1568601"/>
            <a:ext cx="449998" cy="614487"/>
          </a:xfrm>
          <a:prstGeom prst="roundRect">
            <a:avLst/>
          </a:prstGeom>
          <a:solidFill>
            <a:srgbClr val="A6C9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2F551F3-9F79-7ECB-AB11-937A4D042546}"/>
              </a:ext>
            </a:extLst>
          </p:cNvPr>
          <p:cNvSpPr/>
          <p:nvPr/>
        </p:nvSpPr>
        <p:spPr>
          <a:xfrm>
            <a:off x="5714252" y="1365337"/>
            <a:ext cx="449998" cy="499063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A088C2-2798-29BA-6EA8-0CD1BE9501E2}"/>
              </a:ext>
            </a:extLst>
          </p:cNvPr>
          <p:cNvSpPr txBox="1"/>
          <p:nvPr/>
        </p:nvSpPr>
        <p:spPr>
          <a:xfrm>
            <a:off x="5849970" y="1634965"/>
            <a:ext cx="5450269" cy="490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200" b="1" dirty="0">
                <a:solidFill>
                  <a:srgbClr val="152B56"/>
                </a:solidFill>
                <a:latin typeface="Inter Variable SemiBold" panose="02000503000000020004" pitchFamily="2" charset="0"/>
                <a:ea typeface="Inter Variable SemiBold" panose="02000503000000020004" pitchFamily="2" charset="0"/>
                <a:cs typeface="Inter Variable SemiBold" panose="02000503000000020004" pitchFamily="2" charset="0"/>
              </a:rPr>
              <a:t>Component 1</a:t>
            </a:r>
          </a:p>
          <a:p>
            <a:r>
              <a:rPr lang="en-US" sz="1200" dirty="0">
                <a:solidFill>
                  <a:srgbClr val="2A7DA7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rPr>
              <a:t>Sample text, it goes here but keep it short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17705C-E92C-2CAB-0054-D9644B4545A3}"/>
              </a:ext>
            </a:extLst>
          </p:cNvPr>
          <p:cNvSpPr txBox="1"/>
          <p:nvPr/>
        </p:nvSpPr>
        <p:spPr>
          <a:xfrm>
            <a:off x="5849970" y="2424810"/>
            <a:ext cx="5450269" cy="490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200" b="1" dirty="0">
                <a:solidFill>
                  <a:srgbClr val="152B56"/>
                </a:solidFill>
                <a:latin typeface="Inter Variable SemiBold" panose="02000503000000020004" pitchFamily="2" charset="0"/>
                <a:ea typeface="Inter Variable SemiBold" panose="02000503000000020004" pitchFamily="2" charset="0"/>
                <a:cs typeface="Inter Variable SemiBold" panose="02000503000000020004" pitchFamily="2" charset="0"/>
              </a:rPr>
              <a:t>Component 1</a:t>
            </a:r>
          </a:p>
          <a:p>
            <a:r>
              <a:rPr lang="en-US" sz="1200" dirty="0">
                <a:solidFill>
                  <a:srgbClr val="2A7DA7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rPr>
              <a:t>Sample text, it goes here but keep it short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F183CF-063B-0D30-75ED-102C136324C2}"/>
              </a:ext>
            </a:extLst>
          </p:cNvPr>
          <p:cNvSpPr txBox="1"/>
          <p:nvPr/>
        </p:nvSpPr>
        <p:spPr>
          <a:xfrm>
            <a:off x="5849970" y="3219164"/>
            <a:ext cx="5450269" cy="490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200" b="1" dirty="0">
                <a:solidFill>
                  <a:srgbClr val="152B56"/>
                </a:solidFill>
                <a:latin typeface="Inter Variable SemiBold" panose="02000503000000020004" pitchFamily="2" charset="0"/>
                <a:ea typeface="Inter Variable SemiBold" panose="02000503000000020004" pitchFamily="2" charset="0"/>
                <a:cs typeface="Inter Variable SemiBold" panose="02000503000000020004" pitchFamily="2" charset="0"/>
              </a:rPr>
              <a:t>Component 1</a:t>
            </a:r>
          </a:p>
          <a:p>
            <a:r>
              <a:rPr lang="en-US" sz="1200" dirty="0">
                <a:solidFill>
                  <a:srgbClr val="2A7DA7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rPr>
              <a:t>Sample text, it goes here but keep it short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109161-FA0A-95C6-6E7C-87C696FB9A4C}"/>
              </a:ext>
            </a:extLst>
          </p:cNvPr>
          <p:cNvSpPr txBox="1"/>
          <p:nvPr/>
        </p:nvSpPr>
        <p:spPr>
          <a:xfrm>
            <a:off x="5849970" y="4013518"/>
            <a:ext cx="5450269" cy="490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200" b="1" dirty="0">
                <a:solidFill>
                  <a:srgbClr val="152B56"/>
                </a:solidFill>
                <a:latin typeface="Inter Variable SemiBold" panose="02000503000000020004" pitchFamily="2" charset="0"/>
                <a:ea typeface="Inter Variable SemiBold" panose="02000503000000020004" pitchFamily="2" charset="0"/>
                <a:cs typeface="Inter Variable SemiBold" panose="02000503000000020004" pitchFamily="2" charset="0"/>
              </a:rPr>
              <a:t>Component 1</a:t>
            </a:r>
          </a:p>
          <a:p>
            <a:r>
              <a:rPr lang="en-US" sz="1200" dirty="0">
                <a:solidFill>
                  <a:srgbClr val="2A7DA7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rPr>
              <a:t>Sample text, it goes here but keep it short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1209E0-E02E-9AF1-8009-76F8D4EFC378}"/>
              </a:ext>
            </a:extLst>
          </p:cNvPr>
          <p:cNvSpPr txBox="1"/>
          <p:nvPr/>
        </p:nvSpPr>
        <p:spPr>
          <a:xfrm>
            <a:off x="5849970" y="4807873"/>
            <a:ext cx="5450269" cy="490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200" b="1" dirty="0">
                <a:solidFill>
                  <a:srgbClr val="152B56"/>
                </a:solidFill>
                <a:latin typeface="Inter Variable SemiBold" panose="02000503000000020004" pitchFamily="2" charset="0"/>
                <a:ea typeface="Inter Variable SemiBold" panose="02000503000000020004" pitchFamily="2" charset="0"/>
                <a:cs typeface="Inter Variable SemiBold" panose="02000503000000020004" pitchFamily="2" charset="0"/>
              </a:rPr>
              <a:t>Component 1</a:t>
            </a:r>
          </a:p>
          <a:p>
            <a:r>
              <a:rPr lang="en-US" sz="1200" dirty="0">
                <a:solidFill>
                  <a:srgbClr val="2A7DA7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rPr>
              <a:t>Sample text, it goes here but keep it short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8B7711-6135-5CCC-E04D-EC11709B5B78}"/>
              </a:ext>
            </a:extLst>
          </p:cNvPr>
          <p:cNvSpPr txBox="1"/>
          <p:nvPr/>
        </p:nvSpPr>
        <p:spPr>
          <a:xfrm>
            <a:off x="5849970" y="5595696"/>
            <a:ext cx="5450269" cy="490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200" b="1" dirty="0">
                <a:solidFill>
                  <a:srgbClr val="152B56"/>
                </a:solidFill>
                <a:latin typeface="Inter Variable SemiBold" panose="02000503000000020004" pitchFamily="2" charset="0"/>
                <a:ea typeface="Inter Variable SemiBold" panose="02000503000000020004" pitchFamily="2" charset="0"/>
                <a:cs typeface="Inter Variable SemiBold" panose="02000503000000020004" pitchFamily="2" charset="0"/>
              </a:rPr>
              <a:t>Component 1</a:t>
            </a:r>
          </a:p>
          <a:p>
            <a:r>
              <a:rPr lang="en-US" sz="1200" dirty="0">
                <a:solidFill>
                  <a:srgbClr val="2A7DA7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rPr>
              <a:t>Sample text, it goes here but keep it short</a:t>
            </a:r>
          </a:p>
        </p:txBody>
      </p:sp>
    </p:spTree>
    <p:extLst>
      <p:ext uri="{BB962C8B-B14F-4D97-AF65-F5344CB8AC3E}">
        <p14:creationId xmlns:p14="http://schemas.microsoft.com/office/powerpoint/2010/main" val="3719973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Number Placeholder 61">
            <a:extLst>
              <a:ext uri="{FF2B5EF4-FFF2-40B4-BE49-F238E27FC236}">
                <a16:creationId xmlns:a16="http://schemas.microsoft.com/office/drawing/2014/main" id="{29F2DC1E-3480-3F16-0551-DD73367A1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289ED48-AF29-5A4D-91FC-18DA42BE174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528706-206E-0562-41B2-4B3FF30C1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0"/>
            <a:ext cx="10972800" cy="101460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Timeline Graphic Sample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44809E1-9CE6-840F-1B72-31D32FF9E040}"/>
              </a:ext>
            </a:extLst>
          </p:cNvPr>
          <p:cNvSpPr/>
          <p:nvPr/>
        </p:nvSpPr>
        <p:spPr>
          <a:xfrm>
            <a:off x="1270884" y="2014722"/>
            <a:ext cx="2093132" cy="2093132"/>
          </a:xfrm>
          <a:prstGeom prst="ellipse">
            <a:avLst/>
          </a:prstGeom>
          <a:solidFill>
            <a:srgbClr val="A6C9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99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9EF0C4F-4796-DEC7-745A-CA924E0EDBDA}"/>
              </a:ext>
            </a:extLst>
          </p:cNvPr>
          <p:cNvSpPr/>
          <p:nvPr/>
        </p:nvSpPr>
        <p:spPr>
          <a:xfrm>
            <a:off x="3203016" y="2014722"/>
            <a:ext cx="2093132" cy="2093132"/>
          </a:xfrm>
          <a:prstGeom prst="ellipse">
            <a:avLst/>
          </a:prstGeom>
          <a:solidFill>
            <a:srgbClr val="6FA7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99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C819732-D8E5-69A3-DEA9-C50EDDD5419A}"/>
              </a:ext>
            </a:extLst>
          </p:cNvPr>
          <p:cNvSpPr/>
          <p:nvPr/>
        </p:nvSpPr>
        <p:spPr>
          <a:xfrm>
            <a:off x="5135149" y="2014722"/>
            <a:ext cx="2093132" cy="2093132"/>
          </a:xfrm>
          <a:prstGeom prst="ellipse">
            <a:avLst/>
          </a:prstGeom>
          <a:solidFill>
            <a:srgbClr val="2A7D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99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DF60E0F-BF0F-042C-2182-4DE7DAFC3203}"/>
              </a:ext>
            </a:extLst>
          </p:cNvPr>
          <p:cNvSpPr/>
          <p:nvPr/>
        </p:nvSpPr>
        <p:spPr>
          <a:xfrm>
            <a:off x="7067281" y="2014722"/>
            <a:ext cx="2093132" cy="2093132"/>
          </a:xfrm>
          <a:prstGeom prst="ellipse">
            <a:avLst/>
          </a:prstGeom>
          <a:solidFill>
            <a:srgbClr val="335A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99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2219707-02DB-B78C-A470-2CCAEE952B19}"/>
              </a:ext>
            </a:extLst>
          </p:cNvPr>
          <p:cNvSpPr/>
          <p:nvPr/>
        </p:nvSpPr>
        <p:spPr>
          <a:xfrm>
            <a:off x="8999414" y="2014722"/>
            <a:ext cx="2093132" cy="2093132"/>
          </a:xfrm>
          <a:prstGeom prst="ellipse">
            <a:avLst/>
          </a:prstGeom>
          <a:solidFill>
            <a:srgbClr val="152B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99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BAA373F-3988-D687-2B23-84270CE7FAAC}"/>
              </a:ext>
            </a:extLst>
          </p:cNvPr>
          <p:cNvGrpSpPr/>
          <p:nvPr/>
        </p:nvGrpSpPr>
        <p:grpSpPr>
          <a:xfrm>
            <a:off x="1471422" y="2657457"/>
            <a:ext cx="1707134" cy="806246"/>
            <a:chOff x="2943225" y="5040136"/>
            <a:chExt cx="3414713" cy="1612703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8819368-FE41-8578-F838-CB13AC348B6C}"/>
                </a:ext>
              </a:extLst>
            </p:cNvPr>
            <p:cNvSpPr txBox="1"/>
            <p:nvPr/>
          </p:nvSpPr>
          <p:spPr>
            <a:xfrm>
              <a:off x="2943225" y="5040136"/>
              <a:ext cx="3414713" cy="41375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100" b="1" dirty="0">
                  <a:solidFill>
                    <a:schemeClr val="bg1"/>
                  </a:solidFill>
                  <a:latin typeface="Inter Variable SemiBold" panose="02000503000000020004" pitchFamily="2" charset="0"/>
                  <a:ea typeface="Inter Variable SemiBold" panose="02000503000000020004" pitchFamily="2" charset="0"/>
                  <a:cs typeface="Inter Variable SemiBold" panose="02000503000000020004" pitchFamily="2" charset="0"/>
                </a:rPr>
                <a:t>Header for this section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7C1CF8D-E12C-405D-D6C2-3566167B1C40}"/>
                </a:ext>
              </a:extLst>
            </p:cNvPr>
            <p:cNvSpPr txBox="1"/>
            <p:nvPr/>
          </p:nvSpPr>
          <p:spPr>
            <a:xfrm>
              <a:off x="2943225" y="6225999"/>
              <a:ext cx="3414713" cy="4268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900"/>
                </a:lnSpc>
              </a:pPr>
              <a:r>
                <a:rPr lang="en-US" sz="1000" dirty="0">
                  <a:solidFill>
                    <a:schemeClr val="bg1"/>
                  </a:solidFill>
                  <a:latin typeface="Inter Variable" panose="02000503000000020004" pitchFamily="2" charset="0"/>
                  <a:ea typeface="Inter Variable" panose="02000503000000020004" pitchFamily="2" charset="0"/>
                  <a:cs typeface="Inter Variable" panose="02000503000000020004" pitchFamily="2" charset="0"/>
                </a:rPr>
                <a:t>Body copy for this section.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D3FE4AF-0FC0-5815-117F-464F6A87C8AA}"/>
              </a:ext>
            </a:extLst>
          </p:cNvPr>
          <p:cNvGrpSpPr/>
          <p:nvPr/>
        </p:nvGrpSpPr>
        <p:grpSpPr>
          <a:xfrm>
            <a:off x="3407125" y="2657457"/>
            <a:ext cx="1707134" cy="806246"/>
            <a:chOff x="2943225" y="5040136"/>
            <a:chExt cx="3414713" cy="1612703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DEF77AD-5B2B-92D3-050F-FA38AFA565C6}"/>
                </a:ext>
              </a:extLst>
            </p:cNvPr>
            <p:cNvSpPr txBox="1"/>
            <p:nvPr/>
          </p:nvSpPr>
          <p:spPr>
            <a:xfrm>
              <a:off x="2943225" y="5040136"/>
              <a:ext cx="3414713" cy="41375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100" b="1" dirty="0">
                  <a:solidFill>
                    <a:schemeClr val="bg1"/>
                  </a:solidFill>
                  <a:latin typeface="Inter Variable SemiBold" panose="02000503000000020004" pitchFamily="2" charset="0"/>
                  <a:ea typeface="Inter Variable SemiBold" panose="02000503000000020004" pitchFamily="2" charset="0"/>
                  <a:cs typeface="Inter Variable SemiBold" panose="02000503000000020004" pitchFamily="2" charset="0"/>
                </a:rPr>
                <a:t>Header for this section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278B1B1-B8CF-DA8D-AEF2-8CBF1C990989}"/>
                </a:ext>
              </a:extLst>
            </p:cNvPr>
            <p:cNvSpPr txBox="1"/>
            <p:nvPr/>
          </p:nvSpPr>
          <p:spPr>
            <a:xfrm>
              <a:off x="2943225" y="6225999"/>
              <a:ext cx="3414713" cy="4268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900"/>
                </a:lnSpc>
              </a:pPr>
              <a:r>
                <a:rPr lang="en-US" sz="1000" dirty="0">
                  <a:solidFill>
                    <a:schemeClr val="bg1"/>
                  </a:solidFill>
                  <a:latin typeface="Inter Variable" panose="02000503000000020004" pitchFamily="2" charset="0"/>
                  <a:ea typeface="Inter Variable" panose="02000503000000020004" pitchFamily="2" charset="0"/>
                  <a:cs typeface="Inter Variable" panose="02000503000000020004" pitchFamily="2" charset="0"/>
                </a:rPr>
                <a:t>Body copy for this section.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107278D-391C-E235-506A-E4C30C93F51C}"/>
              </a:ext>
            </a:extLst>
          </p:cNvPr>
          <p:cNvGrpSpPr/>
          <p:nvPr/>
        </p:nvGrpSpPr>
        <p:grpSpPr>
          <a:xfrm>
            <a:off x="5347600" y="2657457"/>
            <a:ext cx="1707134" cy="806246"/>
            <a:chOff x="2943225" y="5040136"/>
            <a:chExt cx="3414713" cy="1612703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AF762E0-1ED6-E46C-0205-A891363B6DAB}"/>
                </a:ext>
              </a:extLst>
            </p:cNvPr>
            <p:cNvSpPr txBox="1"/>
            <p:nvPr/>
          </p:nvSpPr>
          <p:spPr>
            <a:xfrm>
              <a:off x="2943225" y="5040136"/>
              <a:ext cx="3414713" cy="41375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100" b="1" dirty="0">
                  <a:solidFill>
                    <a:schemeClr val="bg1"/>
                  </a:solidFill>
                  <a:latin typeface="Inter Variable SemiBold" panose="02000503000000020004" pitchFamily="2" charset="0"/>
                  <a:ea typeface="Inter Variable SemiBold" panose="02000503000000020004" pitchFamily="2" charset="0"/>
                  <a:cs typeface="Inter Variable SemiBold" panose="02000503000000020004" pitchFamily="2" charset="0"/>
                </a:rPr>
                <a:t>Header for this section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8C3E910-C266-5783-17FF-C129107A47B0}"/>
                </a:ext>
              </a:extLst>
            </p:cNvPr>
            <p:cNvSpPr txBox="1"/>
            <p:nvPr/>
          </p:nvSpPr>
          <p:spPr>
            <a:xfrm>
              <a:off x="2943225" y="6225999"/>
              <a:ext cx="3414713" cy="4268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900"/>
                </a:lnSpc>
              </a:pPr>
              <a:r>
                <a:rPr lang="en-US" sz="1000" dirty="0">
                  <a:solidFill>
                    <a:schemeClr val="bg1"/>
                  </a:solidFill>
                  <a:latin typeface="Inter Variable" panose="02000503000000020004" pitchFamily="2" charset="0"/>
                  <a:ea typeface="Inter Variable" panose="02000503000000020004" pitchFamily="2" charset="0"/>
                  <a:cs typeface="Inter Variable" panose="02000503000000020004" pitchFamily="2" charset="0"/>
                </a:rPr>
                <a:t>Body copy for this section.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AF42B06-45D4-8A83-F312-144888C85122}"/>
              </a:ext>
            </a:extLst>
          </p:cNvPr>
          <p:cNvGrpSpPr/>
          <p:nvPr/>
        </p:nvGrpSpPr>
        <p:grpSpPr>
          <a:xfrm>
            <a:off x="7283303" y="2657457"/>
            <a:ext cx="1707134" cy="806246"/>
            <a:chOff x="2943225" y="5040136"/>
            <a:chExt cx="3414713" cy="1612703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BF3FA9E-74E1-AAB9-F0D2-02A31515F299}"/>
                </a:ext>
              </a:extLst>
            </p:cNvPr>
            <p:cNvSpPr txBox="1"/>
            <p:nvPr/>
          </p:nvSpPr>
          <p:spPr>
            <a:xfrm>
              <a:off x="2943225" y="5040136"/>
              <a:ext cx="3414713" cy="41375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100" b="1" dirty="0">
                  <a:solidFill>
                    <a:schemeClr val="bg1"/>
                  </a:solidFill>
                  <a:latin typeface="Inter Variable SemiBold" panose="02000503000000020004" pitchFamily="2" charset="0"/>
                  <a:ea typeface="Inter Variable SemiBold" panose="02000503000000020004" pitchFamily="2" charset="0"/>
                  <a:cs typeface="Inter Variable SemiBold" panose="02000503000000020004" pitchFamily="2" charset="0"/>
                </a:rPr>
                <a:t>Header for this section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084F4D0-A0A3-3558-4D0E-3F84FD2AC5EF}"/>
                </a:ext>
              </a:extLst>
            </p:cNvPr>
            <p:cNvSpPr txBox="1"/>
            <p:nvPr/>
          </p:nvSpPr>
          <p:spPr>
            <a:xfrm>
              <a:off x="2943225" y="6225999"/>
              <a:ext cx="3414713" cy="4268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900"/>
                </a:lnSpc>
              </a:pPr>
              <a:r>
                <a:rPr lang="en-US" sz="1000" dirty="0">
                  <a:solidFill>
                    <a:schemeClr val="bg1"/>
                  </a:solidFill>
                  <a:latin typeface="Inter Variable" panose="02000503000000020004" pitchFamily="2" charset="0"/>
                  <a:ea typeface="Inter Variable" panose="02000503000000020004" pitchFamily="2" charset="0"/>
                  <a:cs typeface="Inter Variable" panose="02000503000000020004" pitchFamily="2" charset="0"/>
                </a:rPr>
                <a:t>Body copy for this section.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AB6BC04-04FF-F440-FB63-0398848DA14B}"/>
              </a:ext>
            </a:extLst>
          </p:cNvPr>
          <p:cNvGrpSpPr/>
          <p:nvPr/>
        </p:nvGrpSpPr>
        <p:grpSpPr>
          <a:xfrm>
            <a:off x="9216635" y="2657457"/>
            <a:ext cx="1707134" cy="806246"/>
            <a:chOff x="2943225" y="5040136"/>
            <a:chExt cx="3414713" cy="1612703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E5C57C8-3AA4-0160-ABE6-B6177CE4F9DD}"/>
                </a:ext>
              </a:extLst>
            </p:cNvPr>
            <p:cNvSpPr txBox="1"/>
            <p:nvPr/>
          </p:nvSpPr>
          <p:spPr>
            <a:xfrm>
              <a:off x="2943225" y="5040136"/>
              <a:ext cx="3414713" cy="41375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100" b="1" dirty="0">
                  <a:solidFill>
                    <a:schemeClr val="bg1"/>
                  </a:solidFill>
                  <a:latin typeface="Inter Variable SemiBold" panose="02000503000000020004" pitchFamily="2" charset="0"/>
                  <a:ea typeface="Inter Variable SemiBold" panose="02000503000000020004" pitchFamily="2" charset="0"/>
                  <a:cs typeface="Inter Variable SemiBold" panose="02000503000000020004" pitchFamily="2" charset="0"/>
                </a:rPr>
                <a:t>Header for this section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6112F67-FE8B-4258-0EB6-797CF7358DE8}"/>
                </a:ext>
              </a:extLst>
            </p:cNvPr>
            <p:cNvSpPr txBox="1"/>
            <p:nvPr/>
          </p:nvSpPr>
          <p:spPr>
            <a:xfrm>
              <a:off x="2943225" y="6225999"/>
              <a:ext cx="3414713" cy="4268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900"/>
                </a:lnSpc>
              </a:pPr>
              <a:r>
                <a:rPr lang="en-US" sz="1000" dirty="0">
                  <a:solidFill>
                    <a:schemeClr val="bg1"/>
                  </a:solidFill>
                  <a:latin typeface="Inter Variable" panose="02000503000000020004" pitchFamily="2" charset="0"/>
                  <a:ea typeface="Inter Variable" panose="02000503000000020004" pitchFamily="2" charset="0"/>
                  <a:cs typeface="Inter Variable" panose="02000503000000020004" pitchFamily="2" charset="0"/>
                </a:rPr>
                <a:t>Body copy for this section.</a:t>
              </a:r>
            </a:p>
          </p:txBody>
        </p:sp>
      </p:grp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B36DBB0-2F05-FFF5-CBA4-186DE6C2298B}"/>
              </a:ext>
            </a:extLst>
          </p:cNvPr>
          <p:cNvCxnSpPr>
            <a:cxnSpLocks/>
          </p:cNvCxnSpPr>
          <p:nvPr/>
        </p:nvCxnSpPr>
        <p:spPr>
          <a:xfrm>
            <a:off x="2135704" y="4500422"/>
            <a:ext cx="8199957" cy="0"/>
          </a:xfrm>
          <a:prstGeom prst="line">
            <a:avLst/>
          </a:prstGeom>
          <a:ln w="50800" cap="rnd">
            <a:solidFill>
              <a:srgbClr val="152B5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F83F58E2-6467-2D44-88BC-06B11C8EB06C}"/>
              </a:ext>
            </a:extLst>
          </p:cNvPr>
          <p:cNvSpPr txBox="1"/>
          <p:nvPr/>
        </p:nvSpPr>
        <p:spPr>
          <a:xfrm>
            <a:off x="1988880" y="4371473"/>
            <a:ext cx="657139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rgbClr val="152B56"/>
                </a:solidFill>
                <a:latin typeface="Inter Variable Medium" panose="02000503000000020004" pitchFamily="2" charset="0"/>
                <a:ea typeface="Inter Variable Medium" panose="02000503000000020004" pitchFamily="2" charset="0"/>
                <a:cs typeface="Inter Variable Medium" panose="02000503000000020004" pitchFamily="2" charset="0"/>
              </a:rPr>
              <a:t>2022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2A73888-3F4E-C5E5-FBD5-649D36E8AD6F}"/>
              </a:ext>
            </a:extLst>
          </p:cNvPr>
          <p:cNvSpPr txBox="1"/>
          <p:nvPr/>
        </p:nvSpPr>
        <p:spPr>
          <a:xfrm>
            <a:off x="3940656" y="4371473"/>
            <a:ext cx="657139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rgbClr val="152B56"/>
                </a:solidFill>
                <a:latin typeface="Inter Variable Medium" panose="02000503000000020004" pitchFamily="2" charset="0"/>
                <a:ea typeface="Inter Variable Medium" panose="02000503000000020004" pitchFamily="2" charset="0"/>
                <a:cs typeface="Inter Variable Medium" panose="02000503000000020004" pitchFamily="2" charset="0"/>
              </a:rPr>
              <a:t>2023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9650C8-EE67-C8BA-C04D-6DA549FE7B20}"/>
              </a:ext>
            </a:extLst>
          </p:cNvPr>
          <p:cNvSpPr txBox="1"/>
          <p:nvPr/>
        </p:nvSpPr>
        <p:spPr>
          <a:xfrm>
            <a:off x="5892432" y="4371473"/>
            <a:ext cx="657139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rgbClr val="152B56"/>
                </a:solidFill>
                <a:latin typeface="Inter Variable Medium" panose="02000503000000020004" pitchFamily="2" charset="0"/>
                <a:ea typeface="Inter Variable Medium" panose="02000503000000020004" pitchFamily="2" charset="0"/>
                <a:cs typeface="Inter Variable Medium" panose="02000503000000020004" pitchFamily="2" charset="0"/>
              </a:rPr>
              <a:t>2024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CA4BF97-01BE-ED41-8BB3-7C3B7DA4702A}"/>
              </a:ext>
            </a:extLst>
          </p:cNvPr>
          <p:cNvSpPr txBox="1"/>
          <p:nvPr/>
        </p:nvSpPr>
        <p:spPr>
          <a:xfrm>
            <a:off x="7844207" y="4371473"/>
            <a:ext cx="657139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rgbClr val="152B56"/>
                </a:solidFill>
                <a:latin typeface="Inter Variable Medium" panose="02000503000000020004" pitchFamily="2" charset="0"/>
                <a:ea typeface="Inter Variable Medium" panose="02000503000000020004" pitchFamily="2" charset="0"/>
                <a:cs typeface="Inter Variable Medium" panose="02000503000000020004" pitchFamily="2" charset="0"/>
              </a:rPr>
              <a:t>2025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B9B36D5-D9A8-91DC-4CE4-9968926224DE}"/>
              </a:ext>
            </a:extLst>
          </p:cNvPr>
          <p:cNvSpPr txBox="1"/>
          <p:nvPr/>
        </p:nvSpPr>
        <p:spPr>
          <a:xfrm>
            <a:off x="9795982" y="4371473"/>
            <a:ext cx="657139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rgbClr val="152B56"/>
                </a:solidFill>
                <a:latin typeface="Inter Variable Medium" panose="02000503000000020004" pitchFamily="2" charset="0"/>
                <a:ea typeface="Inter Variable Medium" panose="02000503000000020004" pitchFamily="2" charset="0"/>
                <a:cs typeface="Inter Variable Medium" panose="02000503000000020004" pitchFamily="2" charset="0"/>
              </a:rPr>
              <a:t>2026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E9763E2-4DED-E960-5CC2-9FCFFE9F9CDB}"/>
              </a:ext>
            </a:extLst>
          </p:cNvPr>
          <p:cNvSpPr txBox="1"/>
          <p:nvPr/>
        </p:nvSpPr>
        <p:spPr>
          <a:xfrm>
            <a:off x="2135704" y="4771851"/>
            <a:ext cx="80999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spc="-50" dirty="0">
                <a:solidFill>
                  <a:srgbClr val="2A7DA7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rPr>
              <a:t>Any key takeaways or forward-looking statements from this timeline.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DDED1AB-DBEA-31E9-F92B-1522972D6E52}"/>
              </a:ext>
            </a:extLst>
          </p:cNvPr>
          <p:cNvSpPr/>
          <p:nvPr/>
        </p:nvSpPr>
        <p:spPr>
          <a:xfrm>
            <a:off x="5557114" y="4793279"/>
            <a:ext cx="449998" cy="878567"/>
          </a:xfrm>
          <a:prstGeom prst="roundRect">
            <a:avLst/>
          </a:prstGeom>
          <a:solidFill>
            <a:srgbClr val="152B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7209F89-C63B-3292-ECDB-37ECD1A879D8}"/>
              </a:ext>
            </a:extLst>
          </p:cNvPr>
          <p:cNvSpPr/>
          <p:nvPr/>
        </p:nvSpPr>
        <p:spPr>
          <a:xfrm>
            <a:off x="5557114" y="2721861"/>
            <a:ext cx="449998" cy="878567"/>
          </a:xfrm>
          <a:prstGeom prst="roundRect">
            <a:avLst/>
          </a:prstGeom>
          <a:solidFill>
            <a:srgbClr val="6FA7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1B71FBC-AB5D-D215-089A-670D42BD6911}"/>
              </a:ext>
            </a:extLst>
          </p:cNvPr>
          <p:cNvSpPr/>
          <p:nvPr/>
        </p:nvSpPr>
        <p:spPr>
          <a:xfrm>
            <a:off x="5557114" y="3757570"/>
            <a:ext cx="449998" cy="87856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26D402C-4B1E-0426-54FD-618E1EF7CFC8}"/>
              </a:ext>
            </a:extLst>
          </p:cNvPr>
          <p:cNvSpPr/>
          <p:nvPr/>
        </p:nvSpPr>
        <p:spPr>
          <a:xfrm>
            <a:off x="5557114" y="1686152"/>
            <a:ext cx="449998" cy="878567"/>
          </a:xfrm>
          <a:prstGeom prst="roundRect">
            <a:avLst/>
          </a:prstGeom>
          <a:solidFill>
            <a:srgbClr val="A6C9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5C0ADC7-3C75-173E-9B71-F1DD128157EB}"/>
              </a:ext>
            </a:extLst>
          </p:cNvPr>
          <p:cNvSpPr/>
          <p:nvPr/>
        </p:nvSpPr>
        <p:spPr>
          <a:xfrm>
            <a:off x="5714252" y="1507582"/>
            <a:ext cx="449998" cy="444931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768E517-05FD-6363-606A-6D0801A778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289ED48-AF29-5A4D-91FC-18DA42BE1743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528706-206E-0562-41B2-4B3FF30C1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0"/>
            <a:ext cx="10972800" cy="101460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Target Graphic Sample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44809E1-9CE6-840F-1B72-31D32FF9E040}"/>
              </a:ext>
            </a:extLst>
          </p:cNvPr>
          <p:cNvSpPr/>
          <p:nvPr/>
        </p:nvSpPr>
        <p:spPr>
          <a:xfrm>
            <a:off x="891761" y="1752516"/>
            <a:ext cx="4222498" cy="4222498"/>
          </a:xfrm>
          <a:prstGeom prst="ellipse">
            <a:avLst/>
          </a:prstGeom>
          <a:solidFill>
            <a:srgbClr val="A6C9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99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9EF0C4F-4796-DEC7-745A-CA924E0EDBDA}"/>
              </a:ext>
            </a:extLst>
          </p:cNvPr>
          <p:cNvSpPr/>
          <p:nvPr/>
        </p:nvSpPr>
        <p:spPr>
          <a:xfrm>
            <a:off x="1361694" y="2674266"/>
            <a:ext cx="3282632" cy="3282632"/>
          </a:xfrm>
          <a:prstGeom prst="ellipse">
            <a:avLst/>
          </a:prstGeom>
          <a:solidFill>
            <a:srgbClr val="6FA7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99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C819732-D8E5-69A3-DEA9-C50EDDD5419A}"/>
              </a:ext>
            </a:extLst>
          </p:cNvPr>
          <p:cNvSpPr/>
          <p:nvPr/>
        </p:nvSpPr>
        <p:spPr>
          <a:xfrm>
            <a:off x="1956444" y="3863766"/>
            <a:ext cx="2093132" cy="2093132"/>
          </a:xfrm>
          <a:prstGeom prst="ellipse">
            <a:avLst/>
          </a:prstGeom>
          <a:solidFill>
            <a:srgbClr val="2A7D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99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2219707-02DB-B78C-A470-2CCAEE952B19}"/>
              </a:ext>
            </a:extLst>
          </p:cNvPr>
          <p:cNvSpPr/>
          <p:nvPr/>
        </p:nvSpPr>
        <p:spPr>
          <a:xfrm>
            <a:off x="2270201" y="4491280"/>
            <a:ext cx="1465617" cy="1465617"/>
          </a:xfrm>
          <a:prstGeom prst="ellipse">
            <a:avLst/>
          </a:prstGeom>
          <a:solidFill>
            <a:srgbClr val="152B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99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83F58E2-6467-2D44-88BC-06B11C8EB06C}"/>
              </a:ext>
            </a:extLst>
          </p:cNvPr>
          <p:cNvSpPr txBox="1"/>
          <p:nvPr/>
        </p:nvSpPr>
        <p:spPr>
          <a:xfrm>
            <a:off x="2674440" y="5062527"/>
            <a:ext cx="6571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rPr>
              <a:t>Core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E9763E2-4DED-E960-5CC2-9FCFFE9F9CDB}"/>
              </a:ext>
            </a:extLst>
          </p:cNvPr>
          <p:cNvSpPr txBox="1"/>
          <p:nvPr/>
        </p:nvSpPr>
        <p:spPr>
          <a:xfrm>
            <a:off x="5849970" y="1752516"/>
            <a:ext cx="5450269" cy="7550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200" b="1" dirty="0">
                <a:solidFill>
                  <a:srgbClr val="152B56"/>
                </a:solidFill>
                <a:latin typeface="Inter Variable SemiBold" panose="02000503000000020004" pitchFamily="2" charset="0"/>
                <a:ea typeface="Inter Variable SemiBold" panose="02000503000000020004" pitchFamily="2" charset="0"/>
                <a:cs typeface="Inter Variable SemiBold" panose="02000503000000020004" pitchFamily="2" charset="0"/>
              </a:rPr>
              <a:t>Component 1</a:t>
            </a:r>
          </a:p>
          <a:p>
            <a:r>
              <a:rPr lang="en-US" sz="1200" dirty="0">
                <a:solidFill>
                  <a:srgbClr val="2A7DA7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rPr>
              <a:t>Sample text, it goes here but keep it short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F27EE6-2433-474E-4D14-CA9F579686B0}"/>
              </a:ext>
            </a:extLst>
          </p:cNvPr>
          <p:cNvSpPr txBox="1"/>
          <p:nvPr/>
        </p:nvSpPr>
        <p:spPr>
          <a:xfrm>
            <a:off x="2674440" y="4005389"/>
            <a:ext cx="6571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rPr>
              <a:t>Need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643831-2787-FCC4-81D6-1FE5F8D2A1CF}"/>
              </a:ext>
            </a:extLst>
          </p:cNvPr>
          <p:cNvSpPr txBox="1"/>
          <p:nvPr/>
        </p:nvSpPr>
        <p:spPr>
          <a:xfrm>
            <a:off x="2164275" y="2876824"/>
            <a:ext cx="16499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rPr>
              <a:t>Utility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FCEBCB-AE82-9719-1058-AA0987965C69}"/>
              </a:ext>
            </a:extLst>
          </p:cNvPr>
          <p:cNvSpPr txBox="1"/>
          <p:nvPr/>
        </p:nvSpPr>
        <p:spPr>
          <a:xfrm>
            <a:off x="2164275" y="1898257"/>
            <a:ext cx="16499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rPr>
              <a:t>Desire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8E1AA9-9E86-083D-2BA0-CD2EE867DA13}"/>
              </a:ext>
            </a:extLst>
          </p:cNvPr>
          <p:cNvSpPr txBox="1"/>
          <p:nvPr/>
        </p:nvSpPr>
        <p:spPr>
          <a:xfrm>
            <a:off x="5849970" y="2788225"/>
            <a:ext cx="5450269" cy="7550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200" b="1" dirty="0">
                <a:solidFill>
                  <a:srgbClr val="152B56"/>
                </a:solidFill>
                <a:latin typeface="Inter Variable SemiBold" panose="02000503000000020004" pitchFamily="2" charset="0"/>
                <a:ea typeface="Inter Variable SemiBold" panose="02000503000000020004" pitchFamily="2" charset="0"/>
                <a:cs typeface="Inter Variable SemiBold" panose="02000503000000020004" pitchFamily="2" charset="0"/>
              </a:rPr>
              <a:t>Component 2</a:t>
            </a:r>
          </a:p>
          <a:p>
            <a:r>
              <a:rPr lang="en-US" sz="1200" dirty="0">
                <a:solidFill>
                  <a:srgbClr val="2A7DA7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rPr>
              <a:t>Sample text, it goes here but keep it short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AEC3B4-84EB-FF91-60FC-8EF0A327C4E3}"/>
              </a:ext>
            </a:extLst>
          </p:cNvPr>
          <p:cNvSpPr txBox="1"/>
          <p:nvPr/>
        </p:nvSpPr>
        <p:spPr>
          <a:xfrm>
            <a:off x="5849970" y="3823933"/>
            <a:ext cx="5450269" cy="7550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200" b="1" dirty="0">
                <a:solidFill>
                  <a:srgbClr val="152B56"/>
                </a:solidFill>
                <a:latin typeface="Inter Variable SemiBold" panose="02000503000000020004" pitchFamily="2" charset="0"/>
                <a:ea typeface="Inter Variable SemiBold" panose="02000503000000020004" pitchFamily="2" charset="0"/>
                <a:cs typeface="Inter Variable SemiBold" panose="02000503000000020004" pitchFamily="2" charset="0"/>
              </a:rPr>
              <a:t>Component 3</a:t>
            </a:r>
          </a:p>
          <a:p>
            <a:r>
              <a:rPr lang="en-US" sz="1200" dirty="0">
                <a:solidFill>
                  <a:srgbClr val="2A7DA7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rPr>
              <a:t>Sample text, it goes here but keep it short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114CF4-511A-8FF8-B3C9-C8DA8A245710}"/>
              </a:ext>
            </a:extLst>
          </p:cNvPr>
          <p:cNvSpPr txBox="1"/>
          <p:nvPr/>
        </p:nvSpPr>
        <p:spPr>
          <a:xfrm>
            <a:off x="5849970" y="4859643"/>
            <a:ext cx="5450269" cy="7550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200" b="1" dirty="0">
                <a:solidFill>
                  <a:srgbClr val="152B56"/>
                </a:solidFill>
                <a:latin typeface="Inter Variable SemiBold" panose="02000503000000020004" pitchFamily="2" charset="0"/>
                <a:ea typeface="Inter Variable SemiBold" panose="02000503000000020004" pitchFamily="2" charset="0"/>
                <a:cs typeface="Inter Variable SemiBold" panose="02000503000000020004" pitchFamily="2" charset="0"/>
              </a:rPr>
              <a:t>Component 4</a:t>
            </a:r>
          </a:p>
          <a:p>
            <a:r>
              <a:rPr lang="en-US" sz="1200" dirty="0">
                <a:solidFill>
                  <a:srgbClr val="2A7DA7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rPr>
              <a:t>Sample text, it goes here but keep it short</a:t>
            </a:r>
          </a:p>
        </p:txBody>
      </p:sp>
    </p:spTree>
    <p:extLst>
      <p:ext uri="{BB962C8B-B14F-4D97-AF65-F5344CB8AC3E}">
        <p14:creationId xmlns:p14="http://schemas.microsoft.com/office/powerpoint/2010/main" val="2473759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C7FB835-7BEE-6D31-F38D-D9A30B67BA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289ED48-AF29-5A4D-91FC-18DA42BE1743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C44BF8D-7945-0E89-B049-8BAA71662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0"/>
            <a:ext cx="10972800" cy="1014609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Takeaways Graphic Sample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6DB4FF5-4B39-C726-00CD-259D2AD114B3}"/>
              </a:ext>
            </a:extLst>
          </p:cNvPr>
          <p:cNvSpPr/>
          <p:nvPr/>
        </p:nvSpPr>
        <p:spPr>
          <a:xfrm>
            <a:off x="621425" y="1772906"/>
            <a:ext cx="2285702" cy="828567"/>
          </a:xfrm>
          <a:prstGeom prst="roundRect">
            <a:avLst>
              <a:gd name="adj" fmla="val 50000"/>
            </a:avLst>
          </a:prstGeom>
          <a:solidFill>
            <a:srgbClr val="A6C9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rPr>
              <a:t>Topic 1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FB03BDD-7566-9A56-068B-F38821AC72D2}"/>
              </a:ext>
            </a:extLst>
          </p:cNvPr>
          <p:cNvSpPr/>
          <p:nvPr/>
        </p:nvSpPr>
        <p:spPr>
          <a:xfrm>
            <a:off x="621425" y="2979003"/>
            <a:ext cx="2285702" cy="82856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rPr>
              <a:t>Topic 2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098C67D-E303-4C67-7D61-A5DC1D5FCF40}"/>
              </a:ext>
            </a:extLst>
          </p:cNvPr>
          <p:cNvSpPr/>
          <p:nvPr/>
        </p:nvSpPr>
        <p:spPr>
          <a:xfrm>
            <a:off x="621425" y="4178997"/>
            <a:ext cx="2285702" cy="828567"/>
          </a:xfrm>
          <a:prstGeom prst="roundRect">
            <a:avLst>
              <a:gd name="adj" fmla="val 50000"/>
            </a:avLst>
          </a:prstGeom>
          <a:solidFill>
            <a:srgbClr val="152B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rPr>
              <a:t>Topic 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353DA1-402B-4E24-6C04-3935D607DA34}"/>
              </a:ext>
            </a:extLst>
          </p:cNvPr>
          <p:cNvSpPr txBox="1"/>
          <p:nvPr/>
        </p:nvSpPr>
        <p:spPr>
          <a:xfrm>
            <a:off x="3328550" y="1809659"/>
            <a:ext cx="7114546" cy="7550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400" b="1" dirty="0">
                <a:solidFill>
                  <a:srgbClr val="152B56"/>
                </a:solidFill>
                <a:latin typeface="Inter Variable SemiBold" panose="02000503000000020004" pitchFamily="2" charset="0"/>
                <a:ea typeface="Inter Variable SemiBold" panose="02000503000000020004" pitchFamily="2" charset="0"/>
                <a:cs typeface="Inter Variable SemiBold" panose="02000503000000020004" pitchFamily="2" charset="0"/>
              </a:rPr>
              <a:t>Subhead</a:t>
            </a:r>
          </a:p>
          <a:p>
            <a:r>
              <a:rPr lang="en-US" sz="1400" dirty="0">
                <a:solidFill>
                  <a:srgbClr val="2A7DA7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rPr>
              <a:t>Any key takeaways from this section.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465A4E-C519-7904-8930-5BF86DC77B1C}"/>
              </a:ext>
            </a:extLst>
          </p:cNvPr>
          <p:cNvSpPr txBox="1"/>
          <p:nvPr/>
        </p:nvSpPr>
        <p:spPr>
          <a:xfrm>
            <a:off x="3328550" y="4158608"/>
            <a:ext cx="1814276" cy="187752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400" b="1" dirty="0">
                <a:solidFill>
                  <a:srgbClr val="152B56"/>
                </a:solidFill>
                <a:latin typeface="Inter Variable SemiBold" panose="02000503000000020004" pitchFamily="2" charset="0"/>
                <a:ea typeface="Inter Variable SemiBold" panose="02000503000000020004" pitchFamily="2" charset="0"/>
                <a:cs typeface="Inter Variable SemiBold" panose="02000503000000020004" pitchFamily="2" charset="0"/>
              </a:rPr>
              <a:t>Subhead</a:t>
            </a:r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2A7DA7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rPr>
              <a:t>Any key takeaways from this section.</a:t>
            </a:r>
          </a:p>
          <a:p>
            <a:r>
              <a:rPr lang="en-US" sz="1400" b="1" dirty="0">
                <a:solidFill>
                  <a:srgbClr val="152B56"/>
                </a:solidFill>
                <a:latin typeface="Inter Variable SemiBold" panose="02000503000000020004" pitchFamily="2" charset="0"/>
                <a:ea typeface="Inter Variable SemiBold" panose="02000503000000020004" pitchFamily="2" charset="0"/>
                <a:cs typeface="Inter Variable SemiBold" panose="02000503000000020004" pitchFamily="2" charset="0"/>
              </a:rPr>
              <a:t>Subhead</a:t>
            </a:r>
          </a:p>
          <a:p>
            <a:r>
              <a:rPr lang="en-US" sz="1400" dirty="0">
                <a:solidFill>
                  <a:srgbClr val="2A7DA7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rPr>
              <a:t>Any key takeaways from this section.</a:t>
            </a:r>
          </a:p>
          <a:p>
            <a:endParaRPr lang="en-US" sz="1400" dirty="0">
              <a:solidFill>
                <a:srgbClr val="2A7DA7"/>
              </a:solidFill>
              <a:latin typeface="Inter Variable" panose="02000503000000020004" pitchFamily="2" charset="0"/>
              <a:ea typeface="Inter Variable" panose="02000503000000020004" pitchFamily="2" charset="0"/>
              <a:cs typeface="Inter Variable" panose="02000503000000020004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C62030-B856-CE8D-086A-1D51E09B6002}"/>
              </a:ext>
            </a:extLst>
          </p:cNvPr>
          <p:cNvSpPr txBox="1"/>
          <p:nvPr/>
        </p:nvSpPr>
        <p:spPr>
          <a:xfrm>
            <a:off x="3328550" y="2981082"/>
            <a:ext cx="7114546" cy="7550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400" b="1" dirty="0">
                <a:solidFill>
                  <a:srgbClr val="152B56"/>
                </a:solidFill>
                <a:latin typeface="Inter Variable SemiBold" panose="02000503000000020004" pitchFamily="2" charset="0"/>
                <a:ea typeface="Inter Variable SemiBold" panose="02000503000000020004" pitchFamily="2" charset="0"/>
                <a:cs typeface="Inter Variable SemiBold" panose="02000503000000020004" pitchFamily="2" charset="0"/>
              </a:rPr>
              <a:t>Subhead</a:t>
            </a:r>
          </a:p>
          <a:p>
            <a:r>
              <a:rPr lang="en-US" sz="1400" dirty="0">
                <a:solidFill>
                  <a:srgbClr val="2A7DA7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rPr>
              <a:t>Any key takeaways from this section.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8BBD84-18E2-AA46-F588-FFC88BAF2B4C}"/>
              </a:ext>
            </a:extLst>
          </p:cNvPr>
          <p:cNvSpPr txBox="1"/>
          <p:nvPr/>
        </p:nvSpPr>
        <p:spPr>
          <a:xfrm>
            <a:off x="5364968" y="4158608"/>
            <a:ext cx="1814276" cy="187752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400" b="1" dirty="0">
                <a:solidFill>
                  <a:srgbClr val="152B56"/>
                </a:solidFill>
                <a:latin typeface="Inter Variable SemiBold" panose="02000503000000020004" pitchFamily="2" charset="0"/>
                <a:ea typeface="Inter Variable SemiBold" panose="02000503000000020004" pitchFamily="2" charset="0"/>
                <a:cs typeface="Inter Variable SemiBold" panose="02000503000000020004" pitchFamily="2" charset="0"/>
              </a:rPr>
              <a:t>Subhead</a:t>
            </a:r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2A7DA7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rPr>
              <a:t>Any key takeaways from this section.</a:t>
            </a:r>
          </a:p>
          <a:p>
            <a:r>
              <a:rPr lang="en-US" sz="1400" b="1" dirty="0">
                <a:solidFill>
                  <a:srgbClr val="152B56"/>
                </a:solidFill>
                <a:latin typeface="Inter Variable SemiBold" panose="02000503000000020004" pitchFamily="2" charset="0"/>
                <a:ea typeface="Inter Variable SemiBold" panose="02000503000000020004" pitchFamily="2" charset="0"/>
                <a:cs typeface="Inter Variable SemiBold" panose="02000503000000020004" pitchFamily="2" charset="0"/>
              </a:rPr>
              <a:t>Subhead</a:t>
            </a:r>
          </a:p>
          <a:p>
            <a:r>
              <a:rPr lang="en-US" sz="1400" dirty="0">
                <a:solidFill>
                  <a:srgbClr val="2A7DA7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rPr>
              <a:t>Any key takeaways from this section.</a:t>
            </a:r>
          </a:p>
          <a:p>
            <a:endParaRPr lang="en-US" sz="1400" dirty="0">
              <a:solidFill>
                <a:srgbClr val="2A7DA7"/>
              </a:solidFill>
              <a:latin typeface="Inter Variable" panose="02000503000000020004" pitchFamily="2" charset="0"/>
              <a:ea typeface="Inter Variable" panose="02000503000000020004" pitchFamily="2" charset="0"/>
              <a:cs typeface="Inter Variable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6CF8A8-F2E2-3F0B-2300-D17E16D8F195}"/>
              </a:ext>
            </a:extLst>
          </p:cNvPr>
          <p:cNvSpPr txBox="1"/>
          <p:nvPr/>
        </p:nvSpPr>
        <p:spPr>
          <a:xfrm>
            <a:off x="7401386" y="4158608"/>
            <a:ext cx="1814276" cy="187752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400" b="1" dirty="0">
                <a:solidFill>
                  <a:srgbClr val="152B56"/>
                </a:solidFill>
                <a:latin typeface="Inter Variable SemiBold" panose="02000503000000020004" pitchFamily="2" charset="0"/>
                <a:ea typeface="Inter Variable SemiBold" panose="02000503000000020004" pitchFamily="2" charset="0"/>
                <a:cs typeface="Inter Variable SemiBold" panose="02000503000000020004" pitchFamily="2" charset="0"/>
              </a:rPr>
              <a:t>Subhead</a:t>
            </a:r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2A7DA7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rPr>
              <a:t>Any key takeaways from this section.</a:t>
            </a:r>
          </a:p>
          <a:p>
            <a:r>
              <a:rPr lang="en-US" sz="1400" b="1" dirty="0">
                <a:solidFill>
                  <a:srgbClr val="152B56"/>
                </a:solidFill>
                <a:latin typeface="Inter Variable SemiBold" panose="02000503000000020004" pitchFamily="2" charset="0"/>
                <a:ea typeface="Inter Variable SemiBold" panose="02000503000000020004" pitchFamily="2" charset="0"/>
                <a:cs typeface="Inter Variable SemiBold" panose="02000503000000020004" pitchFamily="2" charset="0"/>
              </a:rPr>
              <a:t>Subhead</a:t>
            </a:r>
          </a:p>
          <a:p>
            <a:r>
              <a:rPr lang="en-US" sz="1400" dirty="0">
                <a:solidFill>
                  <a:srgbClr val="2A7DA7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rPr>
              <a:t>Any key takeaways from this section.</a:t>
            </a:r>
          </a:p>
          <a:p>
            <a:endParaRPr lang="en-US" sz="1400" dirty="0">
              <a:solidFill>
                <a:srgbClr val="2A7DA7"/>
              </a:solidFill>
              <a:latin typeface="Inter Variable" panose="02000503000000020004" pitchFamily="2" charset="0"/>
              <a:ea typeface="Inter Variable" panose="02000503000000020004" pitchFamily="2" charset="0"/>
              <a:cs typeface="Inter Variable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15BA07-5EC7-C7B3-7DD6-579D1EA2F498}"/>
              </a:ext>
            </a:extLst>
          </p:cNvPr>
          <p:cNvSpPr txBox="1"/>
          <p:nvPr/>
        </p:nvSpPr>
        <p:spPr>
          <a:xfrm>
            <a:off x="9437803" y="4158608"/>
            <a:ext cx="1814276" cy="187752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400" b="1" dirty="0">
                <a:solidFill>
                  <a:srgbClr val="152B56"/>
                </a:solidFill>
                <a:latin typeface="Inter Variable SemiBold" panose="02000503000000020004" pitchFamily="2" charset="0"/>
                <a:ea typeface="Inter Variable SemiBold" panose="02000503000000020004" pitchFamily="2" charset="0"/>
                <a:cs typeface="Inter Variable SemiBold" panose="02000503000000020004" pitchFamily="2" charset="0"/>
              </a:rPr>
              <a:t>Subhead</a:t>
            </a:r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2A7DA7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rPr>
              <a:t>Any key takeaways from this section.</a:t>
            </a:r>
          </a:p>
          <a:p>
            <a:r>
              <a:rPr lang="en-US" sz="1400" b="1" dirty="0">
                <a:solidFill>
                  <a:srgbClr val="152B56"/>
                </a:solidFill>
                <a:latin typeface="Inter Variable SemiBold" panose="02000503000000020004" pitchFamily="2" charset="0"/>
                <a:ea typeface="Inter Variable SemiBold" panose="02000503000000020004" pitchFamily="2" charset="0"/>
                <a:cs typeface="Inter Variable SemiBold" panose="02000503000000020004" pitchFamily="2" charset="0"/>
              </a:rPr>
              <a:t>Subhead</a:t>
            </a:r>
          </a:p>
          <a:p>
            <a:r>
              <a:rPr lang="en-US" sz="1400" dirty="0">
                <a:solidFill>
                  <a:srgbClr val="2A7DA7"/>
                </a:solidFill>
                <a:latin typeface="Inter Variable" panose="02000503000000020004" pitchFamily="2" charset="0"/>
                <a:ea typeface="Inter Variable" panose="02000503000000020004" pitchFamily="2" charset="0"/>
                <a:cs typeface="Inter Variable" panose="02000503000000020004" pitchFamily="2" charset="0"/>
              </a:rPr>
              <a:t>Any key takeaways from this section.</a:t>
            </a:r>
          </a:p>
          <a:p>
            <a:endParaRPr lang="en-US" sz="1400" dirty="0">
              <a:solidFill>
                <a:srgbClr val="2A7DA7"/>
              </a:solidFill>
              <a:latin typeface="Inter Variable" panose="02000503000000020004" pitchFamily="2" charset="0"/>
              <a:ea typeface="Inter Variable" panose="02000503000000020004" pitchFamily="2" charset="0"/>
              <a:cs typeface="Inter Variabl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042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4DD0DF-CFB2-D3E0-8595-12B7206A66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289ED48-AF29-5A4D-91FC-18DA42BE1743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930A63-1721-2682-43CD-6D1A5B1DA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0"/>
            <a:ext cx="10972800" cy="101460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Table Sample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3724C24B-C422-D07D-4948-C0BFC17AE896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088985268"/>
              </p:ext>
            </p:extLst>
          </p:nvPr>
        </p:nvGraphicFramePr>
        <p:xfrm>
          <a:off x="609601" y="1600200"/>
          <a:ext cx="10972800" cy="4572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926776">
                  <a:extLst>
                    <a:ext uri="{9D8B030D-6E8A-4147-A177-3AD203B41FA5}">
                      <a16:colId xmlns:a16="http://schemas.microsoft.com/office/drawing/2014/main" val="252214004"/>
                    </a:ext>
                  </a:extLst>
                </a:gridCol>
                <a:gridCol w="2227890">
                  <a:extLst>
                    <a:ext uri="{9D8B030D-6E8A-4147-A177-3AD203B41FA5}">
                      <a16:colId xmlns:a16="http://schemas.microsoft.com/office/drawing/2014/main" val="837796687"/>
                    </a:ext>
                  </a:extLst>
                </a:gridCol>
                <a:gridCol w="2299969">
                  <a:extLst>
                    <a:ext uri="{9D8B030D-6E8A-4147-A177-3AD203B41FA5}">
                      <a16:colId xmlns:a16="http://schemas.microsoft.com/office/drawing/2014/main" val="1986405985"/>
                    </a:ext>
                  </a:extLst>
                </a:gridCol>
                <a:gridCol w="2195127">
                  <a:extLst>
                    <a:ext uri="{9D8B030D-6E8A-4147-A177-3AD203B41FA5}">
                      <a16:colId xmlns:a16="http://schemas.microsoft.com/office/drawing/2014/main" val="1299329295"/>
                    </a:ext>
                  </a:extLst>
                </a:gridCol>
                <a:gridCol w="2323038">
                  <a:extLst>
                    <a:ext uri="{9D8B030D-6E8A-4147-A177-3AD203B41FA5}">
                      <a16:colId xmlns:a16="http://schemas.microsoft.com/office/drawing/2014/main" val="3698461916"/>
                    </a:ext>
                  </a:extLst>
                </a:gridCol>
              </a:tblGrid>
              <a:tr h="437324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Category</a:t>
                      </a:r>
                      <a:endParaRPr lang="en-US" sz="1000" b="0" i="0" dirty="0"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endParaRP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Column 1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Column 2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Column 3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Column 4</a:t>
                      </a:r>
                      <a:endParaRPr lang="en-US" sz="1000" b="0" i="0" dirty="0"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endParaRPr>
                    </a:p>
                  </a:txBody>
                  <a:tcPr marL="45714" marR="45714" marT="22857" marB="22857" anchor="ctr"/>
                </a:tc>
                <a:extLst>
                  <a:ext uri="{0D108BD9-81ED-4DB2-BD59-A6C34878D82A}">
                    <a16:rowId xmlns:a16="http://schemas.microsoft.com/office/drawing/2014/main" val="3839686660"/>
                  </a:ext>
                </a:extLst>
              </a:tr>
              <a:tr h="295334">
                <a:tc>
                  <a:txBody>
                    <a:bodyPr/>
                    <a:lstStyle/>
                    <a:p>
                      <a:pPr marL="228600" algn="l"/>
                      <a:r>
                        <a:rPr lang="en-US" sz="1400" b="0" i="0" dirty="0">
                          <a:solidFill>
                            <a:srgbClr val="152B56"/>
                          </a:solidFill>
                          <a:latin typeface="Inter Variable Medium" panose="02000503000000020004" pitchFamily="2" charset="0"/>
                          <a:ea typeface="Inter Variable Medium" panose="02000503000000020004" pitchFamily="2" charset="0"/>
                          <a:cs typeface="Inter Variable Medium" panose="02000503000000020004" pitchFamily="2" charset="0"/>
                        </a:rPr>
                        <a:t>Category Name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  <a:endParaRPr lang="en-US" sz="900" b="0" i="0" dirty="0">
                        <a:solidFill>
                          <a:srgbClr val="606C82"/>
                        </a:solidFill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endParaRP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extLst>
                  <a:ext uri="{0D108BD9-81ED-4DB2-BD59-A6C34878D82A}">
                    <a16:rowId xmlns:a16="http://schemas.microsoft.com/office/drawing/2014/main" val="2428239040"/>
                  </a:ext>
                </a:extLst>
              </a:tr>
              <a:tr h="295334">
                <a:tc>
                  <a:txBody>
                    <a:bodyPr/>
                    <a:lstStyle/>
                    <a:p>
                      <a:pPr marL="411480" algn="l"/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Sub-category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  <a:endParaRPr lang="en-US" sz="900" b="0" i="0" dirty="0">
                        <a:solidFill>
                          <a:srgbClr val="606C82"/>
                        </a:solidFill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endParaRP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  <a:endParaRPr lang="en-US" sz="900" b="0" i="0" dirty="0">
                        <a:solidFill>
                          <a:srgbClr val="606C82"/>
                        </a:solidFill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endParaRP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extLst>
                  <a:ext uri="{0D108BD9-81ED-4DB2-BD59-A6C34878D82A}">
                    <a16:rowId xmlns:a16="http://schemas.microsoft.com/office/drawing/2014/main" val="3026967444"/>
                  </a:ext>
                </a:extLst>
              </a:tr>
              <a:tr h="295334">
                <a:tc>
                  <a:txBody>
                    <a:bodyPr/>
                    <a:lstStyle/>
                    <a:p>
                      <a:pPr marL="411480" algn="l"/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Sub-category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  <a:endParaRPr lang="en-US" sz="900" b="0" i="0" dirty="0">
                        <a:solidFill>
                          <a:srgbClr val="606C82"/>
                        </a:solidFill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endParaRP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extLst>
                  <a:ext uri="{0D108BD9-81ED-4DB2-BD59-A6C34878D82A}">
                    <a16:rowId xmlns:a16="http://schemas.microsoft.com/office/drawing/2014/main" val="4096537754"/>
                  </a:ext>
                </a:extLst>
              </a:tr>
              <a:tr h="295334">
                <a:tc>
                  <a:txBody>
                    <a:bodyPr/>
                    <a:lstStyle/>
                    <a:p>
                      <a:pPr marL="228600" algn="l"/>
                      <a:r>
                        <a:rPr lang="en-US" sz="1400" b="0" i="0" dirty="0">
                          <a:solidFill>
                            <a:srgbClr val="152B56"/>
                          </a:solidFill>
                          <a:latin typeface="Inter Variable Medium" panose="02000503000000020004" pitchFamily="2" charset="0"/>
                          <a:ea typeface="Inter Variable Medium" panose="02000503000000020004" pitchFamily="2" charset="0"/>
                          <a:cs typeface="Inter Variable Medium" panose="02000503000000020004" pitchFamily="2" charset="0"/>
                        </a:rPr>
                        <a:t>Category Name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  <a:endParaRPr lang="en-US" sz="900" b="0" i="0" dirty="0">
                        <a:solidFill>
                          <a:srgbClr val="606C82"/>
                        </a:solidFill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endParaRP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  <a:endParaRPr lang="en-US" sz="900" b="0" i="0" dirty="0">
                        <a:solidFill>
                          <a:srgbClr val="606C82"/>
                        </a:solidFill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endParaRP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extLst>
                  <a:ext uri="{0D108BD9-81ED-4DB2-BD59-A6C34878D82A}">
                    <a16:rowId xmlns:a16="http://schemas.microsoft.com/office/drawing/2014/main" val="4036930109"/>
                  </a:ext>
                </a:extLst>
              </a:tr>
              <a:tr h="295334">
                <a:tc>
                  <a:txBody>
                    <a:bodyPr/>
                    <a:lstStyle/>
                    <a:p>
                      <a:pPr marL="411480" algn="l"/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Sub-category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  <a:endParaRPr lang="en-US" sz="900" b="0" i="0" dirty="0">
                        <a:solidFill>
                          <a:srgbClr val="606C82"/>
                        </a:solidFill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endParaRP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  <a:endParaRPr lang="en-US" sz="900" b="0" i="0" dirty="0">
                        <a:solidFill>
                          <a:srgbClr val="606C82"/>
                        </a:solidFill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endParaRP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extLst>
                  <a:ext uri="{0D108BD9-81ED-4DB2-BD59-A6C34878D82A}">
                    <a16:rowId xmlns:a16="http://schemas.microsoft.com/office/drawing/2014/main" val="1794136953"/>
                  </a:ext>
                </a:extLst>
              </a:tr>
              <a:tr h="295334">
                <a:tc>
                  <a:txBody>
                    <a:bodyPr/>
                    <a:lstStyle/>
                    <a:p>
                      <a:pPr marL="411480" algn="l"/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Sub-category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  <a:endParaRPr lang="en-US" sz="900" b="0" i="0" dirty="0">
                        <a:solidFill>
                          <a:srgbClr val="606C82"/>
                        </a:solidFill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endParaRP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extLst>
                  <a:ext uri="{0D108BD9-81ED-4DB2-BD59-A6C34878D82A}">
                    <a16:rowId xmlns:a16="http://schemas.microsoft.com/office/drawing/2014/main" val="1424605353"/>
                  </a:ext>
                </a:extLst>
              </a:tr>
              <a:tr h="295334">
                <a:tc>
                  <a:txBody>
                    <a:bodyPr/>
                    <a:lstStyle/>
                    <a:p>
                      <a:pPr marL="228600" algn="l"/>
                      <a:r>
                        <a:rPr lang="en-US" sz="1400" b="0" i="0" dirty="0">
                          <a:solidFill>
                            <a:srgbClr val="152B56"/>
                          </a:solidFill>
                          <a:latin typeface="Inter Variable Medium" panose="02000503000000020004" pitchFamily="2" charset="0"/>
                          <a:ea typeface="Inter Variable Medium" panose="02000503000000020004" pitchFamily="2" charset="0"/>
                          <a:cs typeface="Inter Variable Medium" panose="02000503000000020004" pitchFamily="2" charset="0"/>
                        </a:rPr>
                        <a:t>Category Name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  <a:endParaRPr lang="en-US" sz="900" b="0" i="0" dirty="0">
                        <a:solidFill>
                          <a:srgbClr val="606C82"/>
                        </a:solidFill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endParaRP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  <a:endParaRPr lang="en-US" sz="900" b="0" i="0" dirty="0">
                        <a:solidFill>
                          <a:srgbClr val="606C82"/>
                        </a:solidFill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endParaRP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extLst>
                  <a:ext uri="{0D108BD9-81ED-4DB2-BD59-A6C34878D82A}">
                    <a16:rowId xmlns:a16="http://schemas.microsoft.com/office/drawing/2014/main" val="931348127"/>
                  </a:ext>
                </a:extLst>
              </a:tr>
              <a:tr h="295334">
                <a:tc>
                  <a:txBody>
                    <a:bodyPr/>
                    <a:lstStyle/>
                    <a:p>
                      <a:pPr marL="411480" algn="l"/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Sub-category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  <a:endParaRPr lang="en-US" sz="900" b="0" i="0" dirty="0">
                        <a:solidFill>
                          <a:srgbClr val="606C82"/>
                        </a:solidFill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endParaRP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extLst>
                  <a:ext uri="{0D108BD9-81ED-4DB2-BD59-A6C34878D82A}">
                    <a16:rowId xmlns:a16="http://schemas.microsoft.com/office/drawing/2014/main" val="1683680663"/>
                  </a:ext>
                </a:extLst>
              </a:tr>
              <a:tr h="295334">
                <a:tc>
                  <a:txBody>
                    <a:bodyPr/>
                    <a:lstStyle/>
                    <a:p>
                      <a:pPr marL="411480" algn="l"/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Sub-category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  <a:endParaRPr lang="en-US" sz="900" b="0" i="0" dirty="0">
                        <a:solidFill>
                          <a:srgbClr val="606C82"/>
                        </a:solidFill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endParaRP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extLst>
                  <a:ext uri="{0D108BD9-81ED-4DB2-BD59-A6C34878D82A}">
                    <a16:rowId xmlns:a16="http://schemas.microsoft.com/office/drawing/2014/main" val="2158887316"/>
                  </a:ext>
                </a:extLst>
              </a:tr>
              <a:tr h="295334">
                <a:tc>
                  <a:txBody>
                    <a:bodyPr/>
                    <a:lstStyle/>
                    <a:p>
                      <a:pPr marL="228600" algn="l"/>
                      <a:r>
                        <a:rPr lang="en-US" sz="1400" b="0" i="0" dirty="0">
                          <a:solidFill>
                            <a:srgbClr val="152B56"/>
                          </a:solidFill>
                          <a:latin typeface="Inter Variable Medium" panose="02000503000000020004" pitchFamily="2" charset="0"/>
                          <a:ea typeface="Inter Variable Medium" panose="02000503000000020004" pitchFamily="2" charset="0"/>
                          <a:cs typeface="Inter Variable Medium" panose="02000503000000020004" pitchFamily="2" charset="0"/>
                        </a:rPr>
                        <a:t>Category Name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  <a:endParaRPr lang="en-US" sz="900" b="0" i="0" dirty="0">
                        <a:solidFill>
                          <a:srgbClr val="606C82"/>
                        </a:solidFill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endParaRPr>
                    </a:p>
                  </a:txBody>
                  <a:tcPr marL="45714" marR="45714" marT="22857" marB="22857" anchor="ctr"/>
                </a:tc>
                <a:extLst>
                  <a:ext uri="{0D108BD9-81ED-4DB2-BD59-A6C34878D82A}">
                    <a16:rowId xmlns:a16="http://schemas.microsoft.com/office/drawing/2014/main" val="2065690564"/>
                  </a:ext>
                </a:extLst>
              </a:tr>
              <a:tr h="295334">
                <a:tc>
                  <a:txBody>
                    <a:bodyPr/>
                    <a:lstStyle/>
                    <a:p>
                      <a:pPr marL="411480" algn="l"/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Sub-category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  <a:endParaRPr lang="en-US" sz="900" b="0" i="0" dirty="0">
                        <a:solidFill>
                          <a:srgbClr val="606C82"/>
                        </a:solidFill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endParaRPr>
                    </a:p>
                  </a:txBody>
                  <a:tcPr marL="45714" marR="45714" marT="22857" marB="22857" anchor="ctr"/>
                </a:tc>
                <a:extLst>
                  <a:ext uri="{0D108BD9-81ED-4DB2-BD59-A6C34878D82A}">
                    <a16:rowId xmlns:a16="http://schemas.microsoft.com/office/drawing/2014/main" val="3423379753"/>
                  </a:ext>
                </a:extLst>
              </a:tr>
              <a:tr h="295334">
                <a:tc>
                  <a:txBody>
                    <a:bodyPr/>
                    <a:lstStyle/>
                    <a:p>
                      <a:pPr marL="411480" algn="l"/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Sub-category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  <a:endParaRPr lang="en-US" sz="900" b="0" i="0" dirty="0">
                        <a:solidFill>
                          <a:srgbClr val="606C82"/>
                        </a:solidFill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endParaRPr>
                    </a:p>
                  </a:txBody>
                  <a:tcPr marL="45714" marR="45714" marT="22857" marB="22857" anchor="ctr"/>
                </a:tc>
                <a:extLst>
                  <a:ext uri="{0D108BD9-81ED-4DB2-BD59-A6C34878D82A}">
                    <a16:rowId xmlns:a16="http://schemas.microsoft.com/office/drawing/2014/main" val="1380444866"/>
                  </a:ext>
                </a:extLst>
              </a:tr>
              <a:tr h="295334">
                <a:tc>
                  <a:txBody>
                    <a:bodyPr/>
                    <a:lstStyle/>
                    <a:p>
                      <a:pPr marL="228600" algn="l"/>
                      <a:r>
                        <a:rPr lang="en-US" sz="1400" b="0" i="0" dirty="0">
                          <a:solidFill>
                            <a:srgbClr val="152B56"/>
                          </a:solidFill>
                          <a:latin typeface="Inter Variable Medium" panose="02000503000000020004" pitchFamily="2" charset="0"/>
                          <a:ea typeface="Inter Variable Medium" panose="02000503000000020004" pitchFamily="2" charset="0"/>
                          <a:cs typeface="Inter Variable Medium" panose="02000503000000020004" pitchFamily="2" charset="0"/>
                        </a:rPr>
                        <a:t>Category Name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  <a:endParaRPr lang="en-US" sz="900" b="0" i="0" dirty="0">
                        <a:solidFill>
                          <a:srgbClr val="606C82"/>
                        </a:solidFill>
                        <a:latin typeface="Inter Variable" panose="02000503000000020004" pitchFamily="2" charset="0"/>
                        <a:ea typeface="Inter Variable" panose="02000503000000020004" pitchFamily="2" charset="0"/>
                        <a:cs typeface="Inter Variable" panose="02000503000000020004" pitchFamily="2" charset="0"/>
                      </a:endParaRPr>
                    </a:p>
                  </a:txBody>
                  <a:tcPr marL="45714" marR="45714" marT="22857" marB="22857" anchor="ctr"/>
                </a:tc>
                <a:extLst>
                  <a:ext uri="{0D108BD9-81ED-4DB2-BD59-A6C34878D82A}">
                    <a16:rowId xmlns:a16="http://schemas.microsoft.com/office/drawing/2014/main" val="2337976223"/>
                  </a:ext>
                </a:extLst>
              </a:tr>
              <a:tr h="295334">
                <a:tc>
                  <a:txBody>
                    <a:bodyPr/>
                    <a:lstStyle/>
                    <a:p>
                      <a:pPr marL="411480" algn="l"/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Sub-category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dirty="0">
                          <a:solidFill>
                            <a:srgbClr val="606C82"/>
                          </a:solidFill>
                          <a:latin typeface="Inter Variable" panose="02000503000000020004" pitchFamily="2" charset="0"/>
                          <a:ea typeface="Inter Variable" panose="02000503000000020004" pitchFamily="2" charset="0"/>
                          <a:cs typeface="Inter Variable" panose="02000503000000020004" pitchFamily="2" charset="0"/>
                        </a:rPr>
                        <a:t>Item</a:t>
                      </a:r>
                    </a:p>
                  </a:txBody>
                  <a:tcPr marL="45714" marR="45714" marT="22857" marB="22857" anchor="ctr"/>
                </a:tc>
                <a:extLst>
                  <a:ext uri="{0D108BD9-81ED-4DB2-BD59-A6C34878D82A}">
                    <a16:rowId xmlns:a16="http://schemas.microsoft.com/office/drawing/2014/main" val="3990784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6712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16B089B-6414-057A-2967-899ACE5F1C08}"/>
              </a:ext>
            </a:extLst>
          </p:cNvPr>
          <p:cNvSpPr txBox="1"/>
          <p:nvPr/>
        </p:nvSpPr>
        <p:spPr>
          <a:xfrm>
            <a:off x="1348564" y="1236155"/>
            <a:ext cx="8335671" cy="1957133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r>
              <a:rPr lang="en-US" sz="4799" dirty="0">
                <a:solidFill>
                  <a:schemeClr val="bg1"/>
                </a:solidFill>
                <a:latin typeface="Inter Variable Thin" panose="02000503000000020004" pitchFamily="2" charset="0"/>
                <a:ea typeface="Inter Variable Thin" panose="02000503000000020004" pitchFamily="2" charset="0"/>
                <a:cs typeface="Inter Variable Thin" panose="02000503000000020004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955426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M1">
      <a:dk1>
        <a:srgbClr val="000000"/>
      </a:dk1>
      <a:lt1>
        <a:srgbClr val="FFFFFF"/>
      </a:lt1>
      <a:dk2>
        <a:srgbClr val="9F9F9F"/>
      </a:dk2>
      <a:lt2>
        <a:srgbClr val="EEEEEE"/>
      </a:lt2>
      <a:accent1>
        <a:srgbClr val="2A7DA7"/>
      </a:accent1>
      <a:accent2>
        <a:srgbClr val="152B56"/>
      </a:accent2>
      <a:accent3>
        <a:srgbClr val="24368F"/>
      </a:accent3>
      <a:accent4>
        <a:srgbClr val="1F7C3E"/>
      </a:accent4>
      <a:accent5>
        <a:srgbClr val="EDD17B"/>
      </a:accent5>
      <a:accent6>
        <a:srgbClr val="B3485A"/>
      </a:accent6>
      <a:hlink>
        <a:srgbClr val="24368F"/>
      </a:hlink>
      <a:folHlink>
        <a:srgbClr val="CDD2EA"/>
      </a:folHlink>
    </a:clrScheme>
    <a:fontScheme name="M1">
      <a:majorFont>
        <a:latin typeface="Inter Variable Thin"/>
        <a:ea typeface=""/>
        <a:cs typeface=""/>
      </a:majorFont>
      <a:minorFont>
        <a:latin typeface="Inter Variab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M1">
      <a:dk1>
        <a:srgbClr val="000000"/>
      </a:dk1>
      <a:lt1>
        <a:srgbClr val="FFFFFF"/>
      </a:lt1>
      <a:dk2>
        <a:srgbClr val="9F9F9F"/>
      </a:dk2>
      <a:lt2>
        <a:srgbClr val="EEEEEE"/>
      </a:lt2>
      <a:accent1>
        <a:srgbClr val="2A7DA7"/>
      </a:accent1>
      <a:accent2>
        <a:srgbClr val="152B56"/>
      </a:accent2>
      <a:accent3>
        <a:srgbClr val="24368F"/>
      </a:accent3>
      <a:accent4>
        <a:srgbClr val="1F7C3E"/>
      </a:accent4>
      <a:accent5>
        <a:srgbClr val="EDD17B"/>
      </a:accent5>
      <a:accent6>
        <a:srgbClr val="B3485A"/>
      </a:accent6>
      <a:hlink>
        <a:srgbClr val="24368F"/>
      </a:hlink>
      <a:folHlink>
        <a:srgbClr val="CDD2EA"/>
      </a:folHlink>
    </a:clrScheme>
    <a:fontScheme name="M1">
      <a:majorFont>
        <a:latin typeface="Inter Variable Thin"/>
        <a:ea typeface=""/>
        <a:cs typeface=""/>
      </a:majorFont>
      <a:minorFont>
        <a:latin typeface="Inter Variab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M1">
      <a:dk1>
        <a:srgbClr val="000000"/>
      </a:dk1>
      <a:lt1>
        <a:srgbClr val="FFFFFF"/>
      </a:lt1>
      <a:dk2>
        <a:srgbClr val="9F9F9F"/>
      </a:dk2>
      <a:lt2>
        <a:srgbClr val="EEEEEE"/>
      </a:lt2>
      <a:accent1>
        <a:srgbClr val="2A7DA7"/>
      </a:accent1>
      <a:accent2>
        <a:srgbClr val="152B56"/>
      </a:accent2>
      <a:accent3>
        <a:srgbClr val="24368F"/>
      </a:accent3>
      <a:accent4>
        <a:srgbClr val="1F7C3E"/>
      </a:accent4>
      <a:accent5>
        <a:srgbClr val="EDD17B"/>
      </a:accent5>
      <a:accent6>
        <a:srgbClr val="B3485A"/>
      </a:accent6>
      <a:hlink>
        <a:srgbClr val="24368F"/>
      </a:hlink>
      <a:folHlink>
        <a:srgbClr val="CDD2EA"/>
      </a:folHlink>
    </a:clrScheme>
    <a:fontScheme name="M1">
      <a:majorFont>
        <a:latin typeface="Inter Variable Thin"/>
        <a:ea typeface=""/>
        <a:cs typeface=""/>
      </a:majorFont>
      <a:minorFont>
        <a:latin typeface="Inter Variab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Variable Thin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 Variable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1CBFAE3AB51A48907DDE78086DAC9E" ma:contentTypeVersion="25" ma:contentTypeDescription="Create a new document." ma:contentTypeScope="" ma:versionID="6323f85caee16e0f564f465e1f1f4ecb">
  <xsd:schema xmlns:xsd="http://www.w3.org/2001/XMLSchema" xmlns:xs="http://www.w3.org/2001/XMLSchema" xmlns:p="http://schemas.microsoft.com/office/2006/metadata/properties" xmlns:ns2="43c298a9-57a6-4281-9580-64a1b23b7e43" xmlns:ns3="93bf787a-4d7b-4f07-b4c9-060c0cc5b037" targetNamespace="http://schemas.microsoft.com/office/2006/metadata/properties" ma:root="true" ma:fieldsID="b6ef58a11a17e31f83955a7b517e3aac" ns2:_="" ns3:_="">
    <xsd:import namespace="43c298a9-57a6-4281-9580-64a1b23b7e43"/>
    <xsd:import namespace="93bf787a-4d7b-4f07-b4c9-060c0cc5b0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Statu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_Flow_SignoffStatus" minOccurs="0"/>
                <xsd:element ref="ns2:ReviewStatu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c298a9-57a6-4281-9580-64a1b23b7e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Status" ma:index="19" nillable="true" ma:displayName="Status" ma:default="In compliance" ma:format="Dropdown" ma:internalName="Status">
      <xsd:simpleType>
        <xsd:restriction base="dms:Choice">
          <xsd:enumeration value="Awaiting comments"/>
          <xsd:enumeration value="In compliance"/>
          <xsd:enumeration value="Compliance approved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0e1844d-a66f-460d-9809-8f194b0704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ReviewStatus" ma:index="25" nillable="true" ma:displayName="Review Status" ma:default="Needs Review" ma:description="Was this reviewed?" ma:format="Dropdown" ma:internalName="ReviewStatus">
      <xsd:simpleType>
        <xsd:union memberTypes="dms:Text">
          <xsd:simpleType>
            <xsd:restriction base="dms:Choice">
              <xsd:enumeration value="Reviewed - not a complaint"/>
              <xsd:enumeration value="Reviewed - potential complaint"/>
              <xsd:enumeration value="Needs Review"/>
              <xsd:enumeration value="Reviewed"/>
              <xsd:enumeration value="NA"/>
            </xsd:restriction>
          </xsd:simpleType>
        </xsd:union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bf787a-4d7b-4f07-b4c9-060c0cc5b037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2aac8bf1-d211-492c-98e6-634f3bdd0bd7}" ma:internalName="TaxCatchAll" ma:showField="CatchAllData" ma:web="93bf787a-4d7b-4f07-b4c9-060c0cc5b0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bf787a-4d7b-4f07-b4c9-060c0cc5b037" xsi:nil="true"/>
    <lcf76f155ced4ddcb4097134ff3c332f xmlns="43c298a9-57a6-4281-9580-64a1b23b7e43">
      <Terms xmlns="http://schemas.microsoft.com/office/infopath/2007/PartnerControls"/>
    </lcf76f155ced4ddcb4097134ff3c332f>
    <Status xmlns="43c298a9-57a6-4281-9580-64a1b23b7e43">In compliance</Status>
    <ReviewStatus xmlns="43c298a9-57a6-4281-9580-64a1b23b7e43">Needs Review</ReviewStatus>
    <_Flow_SignoffStatus xmlns="43c298a9-57a6-4281-9580-64a1b23b7e43" xsi:nil="true"/>
    <SharedWithUsers xmlns="93bf787a-4d7b-4f07-b4c9-060c0cc5b037">
      <UserInfo>
        <DisplayName>Zack Sigel</DisplayName>
        <AccountId>8651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AA5C11-4389-4B13-A6A8-3D60C40BBC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c298a9-57a6-4281-9580-64a1b23b7e43"/>
    <ds:schemaRef ds:uri="93bf787a-4d7b-4f07-b4c9-060c0cc5b0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3DD496F-61BC-45BC-B3AD-10CA0501549E}">
  <ds:schemaRefs>
    <ds:schemaRef ds:uri="http://purl.org/dc/terms/"/>
    <ds:schemaRef ds:uri="http://schemas.microsoft.com/office/2006/documentManagement/types"/>
    <ds:schemaRef ds:uri="43c298a9-57a6-4281-9580-64a1b23b7e43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dcmitype/"/>
    <ds:schemaRef ds:uri="http://purl.org/dc/elements/1.1/"/>
    <ds:schemaRef ds:uri="http://schemas.microsoft.com/office/infopath/2007/PartnerControls"/>
    <ds:schemaRef ds:uri="93bf787a-4d7b-4f07-b4c9-060c0cc5b037"/>
  </ds:schemaRefs>
</ds:datastoreItem>
</file>

<file path=customXml/itemProps3.xml><?xml version="1.0" encoding="utf-8"?>
<ds:datastoreItem xmlns:ds="http://schemas.openxmlformats.org/officeDocument/2006/customXml" ds:itemID="{A05EB8D9-80BF-4B01-86A1-57FDB343A49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695</Words>
  <Application>Microsoft Macintosh PowerPoint</Application>
  <PresentationFormat>Widescreen</PresentationFormat>
  <Paragraphs>218</Paragraphs>
  <Slides>18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Inter Variable</vt:lpstr>
      <vt:lpstr>Inter Variable Medium</vt:lpstr>
      <vt:lpstr>Inter Variable SemiBold</vt:lpstr>
      <vt:lpstr>Inter Variable Thin</vt:lpstr>
      <vt:lpstr>System Font Regular</vt:lpstr>
      <vt:lpstr>1_Office Theme</vt:lpstr>
      <vt:lpstr>2_Office Theme</vt:lpstr>
      <vt:lpstr>Custom Design</vt:lpstr>
      <vt:lpstr>Sample Title</vt:lpstr>
      <vt:lpstr>PowerPoint Presentation</vt:lpstr>
      <vt:lpstr>Section break slide</vt:lpstr>
      <vt:lpstr>Section break slide</vt:lpstr>
      <vt:lpstr>Sample statement on a statement slide.</vt:lpstr>
      <vt:lpstr>PowerPoint Presentation</vt:lpstr>
      <vt:lpstr>Sample Title Text</vt:lpstr>
      <vt:lpstr>When a slide title has more than one line of text then use this template. </vt:lpstr>
      <vt:lpstr>Sample Title Text</vt:lpstr>
      <vt:lpstr>Sample Title Text</vt:lpstr>
      <vt:lpstr>When a slide title has more than one line of text then use this template. </vt:lpstr>
      <vt:lpstr>Bar Chart Sample</vt:lpstr>
      <vt:lpstr>Pie Chart Sample</vt:lpstr>
      <vt:lpstr>Timeline Graphic Sample</vt:lpstr>
      <vt:lpstr>Target Graphic Sample</vt:lpstr>
      <vt:lpstr>Takeaways Graphic Sample</vt:lpstr>
      <vt:lpstr>Table Sample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Haley Hammond</dc:creator>
  <cp:lastModifiedBy>David Miazga</cp:lastModifiedBy>
  <cp:revision>18</cp:revision>
  <dcterms:created xsi:type="dcterms:W3CDTF">2022-06-07T17:39:48Z</dcterms:created>
  <dcterms:modified xsi:type="dcterms:W3CDTF">2026-06-22T15:35:26Z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0x010100C41CBFAE3AB51A48907DDE78086DAC9E</vt:lpwstr>
  </property>
  <property fmtid="{D5CDD505-2E9C-101B-9397-08002B2CF9AE}" pid="3" name="MediaServiceImageTags">
    <vt:lpwstr/>
  </property>
</Properties>
</file>